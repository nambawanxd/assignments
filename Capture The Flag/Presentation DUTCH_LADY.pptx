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1" r:id="rId5"/>
    <p:sldId id="256" r:id="rId6"/>
    <p:sldId id="273" r:id="rId7"/>
    <p:sldId id="278" r:id="rId8"/>
    <p:sldId id="279" r:id="rId9"/>
    <p:sldId id="257" r:id="rId10"/>
    <p:sldId id="258" r:id="rId11"/>
    <p:sldId id="272" r:id="rId12"/>
    <p:sldId id="274" r:id="rId13"/>
    <p:sldId id="277" r:id="rId14"/>
    <p:sldId id="259" r:id="rId15"/>
    <p:sldId id="260" r:id="rId16"/>
    <p:sldId id="261" r:id="rId17"/>
    <p:sldId id="275" r:id="rId18"/>
    <p:sldId id="262" r:id="rId19"/>
    <p:sldId id="276" r:id="rId20"/>
    <p:sldId id="266" r:id="rId21"/>
    <p:sldId id="267" r:id="rId22"/>
    <p:sldId id="268" r:id="rId23"/>
    <p:sldId id="280" r:id="rId24"/>
    <p:sldId id="281" r:id="rId25"/>
    <p:sldId id="270" r:id="rId26"/>
    <p:sldId id="282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86D9B-90C2-47E7-8F4C-E8A2BBF7AEA2}" v="451" dt="2025-07-07T15:58:02.386"/>
    <p1510:client id="{C756BB55-EA2B-4B0C-826D-747FC3D91F1D}" v="1436" dt="2025-07-07T15:57:15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A5AE2-2C9A-49BB-B8BD-ABA2EE14902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372EAF5-4627-436B-B89A-E8C7CF908ED5}">
      <dgm:prSet/>
      <dgm:spPr/>
      <dgm:t>
        <a:bodyPr/>
        <a:lstStyle/>
        <a:p>
          <a:r>
            <a:rPr lang="en-US" b="0" i="0"/>
            <a:t>Rev Rev Rev (102 points, Medium Difficulty)</a:t>
          </a:r>
          <a:endParaRPr lang="en-US"/>
        </a:p>
      </dgm:t>
    </dgm:pt>
    <dgm:pt modelId="{979537BF-BDC1-4241-A5DC-D2C7327A27C4}" type="parTrans" cxnId="{BC457102-0E99-4BC5-A280-6F22B8E357B0}">
      <dgm:prSet/>
      <dgm:spPr/>
      <dgm:t>
        <a:bodyPr/>
        <a:lstStyle/>
        <a:p>
          <a:endParaRPr lang="en-US"/>
        </a:p>
      </dgm:t>
    </dgm:pt>
    <dgm:pt modelId="{1AA201BB-E3BD-479B-B290-59BEF51E351F}" type="sibTrans" cxnId="{BC457102-0E99-4BC5-A280-6F22B8E357B0}">
      <dgm:prSet/>
      <dgm:spPr/>
      <dgm:t>
        <a:bodyPr/>
        <a:lstStyle/>
        <a:p>
          <a:endParaRPr lang="en-US"/>
        </a:p>
      </dgm:t>
    </dgm:pt>
    <dgm:pt modelId="{9EA507EA-C45B-43A2-A9EB-6D27D4D23867}">
      <dgm:prSet/>
      <dgm:spPr/>
      <dgm:t>
        <a:bodyPr/>
        <a:lstStyle/>
        <a:p>
          <a:r>
            <a:rPr lang="en-US" b="0" i="0"/>
            <a:t>Category: Reverse Engineering</a:t>
          </a:r>
          <a:endParaRPr lang="en-US"/>
        </a:p>
      </dgm:t>
    </dgm:pt>
    <dgm:pt modelId="{7A002B59-392E-41A3-949A-461563D939AF}" type="parTrans" cxnId="{67737F82-F99E-4F83-9CFD-03E93109AD4F}">
      <dgm:prSet/>
      <dgm:spPr/>
      <dgm:t>
        <a:bodyPr/>
        <a:lstStyle/>
        <a:p>
          <a:endParaRPr lang="en-US"/>
        </a:p>
      </dgm:t>
    </dgm:pt>
    <dgm:pt modelId="{60C56A33-E6FE-4267-B54F-D96F32E811C2}" type="sibTrans" cxnId="{67737F82-F99E-4F83-9CFD-03E93109AD4F}">
      <dgm:prSet/>
      <dgm:spPr/>
      <dgm:t>
        <a:bodyPr/>
        <a:lstStyle/>
        <a:p>
          <a:endParaRPr lang="en-US"/>
        </a:p>
      </dgm:t>
    </dgm:pt>
    <dgm:pt modelId="{F69DF058-A288-41DC-A2E8-8BA9356E2C9E}">
      <dgm:prSet/>
      <dgm:spPr/>
      <dgm:t>
        <a:bodyPr/>
        <a:lstStyle/>
        <a:p>
          <a:r>
            <a:rPr lang="en-US" b="0" i="0"/>
            <a:t>Objective: Reverse Python obfuscation to recover the flag from output.txt</a:t>
          </a:r>
          <a:endParaRPr lang="en-US"/>
        </a:p>
      </dgm:t>
    </dgm:pt>
    <dgm:pt modelId="{0611D6D6-2E4A-46ED-8833-48F1A713D83A}" type="parTrans" cxnId="{0624F53D-E0DC-4C85-BCAC-5C0CFD3087F8}">
      <dgm:prSet/>
      <dgm:spPr/>
      <dgm:t>
        <a:bodyPr/>
        <a:lstStyle/>
        <a:p>
          <a:endParaRPr lang="en-US"/>
        </a:p>
      </dgm:t>
    </dgm:pt>
    <dgm:pt modelId="{43DB3A88-33A6-479C-93AA-A5AF9B5CC1ED}" type="sibTrans" cxnId="{0624F53D-E0DC-4C85-BCAC-5C0CFD3087F8}">
      <dgm:prSet/>
      <dgm:spPr/>
      <dgm:t>
        <a:bodyPr/>
        <a:lstStyle/>
        <a:p>
          <a:endParaRPr lang="en-US"/>
        </a:p>
      </dgm:t>
    </dgm:pt>
    <dgm:pt modelId="{178A7F9E-C2C0-4284-8313-BCB52C023550}">
      <dgm:prSet/>
      <dgm:spPr/>
      <dgm:t>
        <a:bodyPr/>
        <a:lstStyle/>
        <a:p>
          <a:r>
            <a:rPr lang="en-US" b="0" i="0"/>
            <a:t>Files provided: chal.py, output.txt</a:t>
          </a:r>
          <a:endParaRPr lang="en-US"/>
        </a:p>
      </dgm:t>
    </dgm:pt>
    <dgm:pt modelId="{8286F50A-0A81-4641-BBD6-74A367FFF73C}" type="parTrans" cxnId="{FD2B1CA5-796E-4F33-A00E-16D5E483FE3F}">
      <dgm:prSet/>
      <dgm:spPr/>
      <dgm:t>
        <a:bodyPr/>
        <a:lstStyle/>
        <a:p>
          <a:endParaRPr lang="en-US"/>
        </a:p>
      </dgm:t>
    </dgm:pt>
    <dgm:pt modelId="{871F9020-6435-4A14-8959-4941AC180A02}" type="sibTrans" cxnId="{FD2B1CA5-796E-4F33-A00E-16D5E483FE3F}">
      <dgm:prSet/>
      <dgm:spPr/>
      <dgm:t>
        <a:bodyPr/>
        <a:lstStyle/>
        <a:p>
          <a:endParaRPr lang="en-US"/>
        </a:p>
      </dgm:t>
    </dgm:pt>
    <dgm:pt modelId="{68F083E2-82EB-4D12-B977-C3E19F001183}" type="pres">
      <dgm:prSet presAssocID="{60CA5AE2-2C9A-49BB-B8BD-ABA2EE14902E}" presName="linear" presStyleCnt="0">
        <dgm:presLayoutVars>
          <dgm:animLvl val="lvl"/>
          <dgm:resizeHandles val="exact"/>
        </dgm:presLayoutVars>
      </dgm:prSet>
      <dgm:spPr/>
    </dgm:pt>
    <dgm:pt modelId="{5AFCAABA-1425-49A8-812B-85484F7A53A4}" type="pres">
      <dgm:prSet presAssocID="{9372EAF5-4627-436B-B89A-E8C7CF908ED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AC46B6-C2ED-4532-90DB-88D67E8C13DC}" type="pres">
      <dgm:prSet presAssocID="{1AA201BB-E3BD-479B-B290-59BEF51E351F}" presName="spacer" presStyleCnt="0"/>
      <dgm:spPr/>
    </dgm:pt>
    <dgm:pt modelId="{B43BD894-1F55-47DA-9931-03515439F551}" type="pres">
      <dgm:prSet presAssocID="{9EA507EA-C45B-43A2-A9EB-6D27D4D238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3C61F90-892A-488F-A08F-3BCB02B80BBA}" type="pres">
      <dgm:prSet presAssocID="{60C56A33-E6FE-4267-B54F-D96F32E811C2}" presName="spacer" presStyleCnt="0"/>
      <dgm:spPr/>
    </dgm:pt>
    <dgm:pt modelId="{ADB52220-103D-4B88-8342-7A4D32FAA77C}" type="pres">
      <dgm:prSet presAssocID="{F69DF058-A288-41DC-A2E8-8BA9356E2C9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9E0964-386C-4DC1-A5F9-941AB4FFB9CB}" type="pres">
      <dgm:prSet presAssocID="{43DB3A88-33A6-479C-93AA-A5AF9B5CC1ED}" presName="spacer" presStyleCnt="0"/>
      <dgm:spPr/>
    </dgm:pt>
    <dgm:pt modelId="{6A176897-711B-4C87-AB0F-3FB9EF693C31}" type="pres">
      <dgm:prSet presAssocID="{178A7F9E-C2C0-4284-8313-BCB52C02355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C457102-0E99-4BC5-A280-6F22B8E357B0}" srcId="{60CA5AE2-2C9A-49BB-B8BD-ABA2EE14902E}" destId="{9372EAF5-4627-436B-B89A-E8C7CF908ED5}" srcOrd="0" destOrd="0" parTransId="{979537BF-BDC1-4241-A5DC-D2C7327A27C4}" sibTransId="{1AA201BB-E3BD-479B-B290-59BEF51E351F}"/>
    <dgm:cxn modelId="{62A3152D-D38C-4C79-A5B2-8FC500BBC0BF}" type="presOf" srcId="{F69DF058-A288-41DC-A2E8-8BA9356E2C9E}" destId="{ADB52220-103D-4B88-8342-7A4D32FAA77C}" srcOrd="0" destOrd="0" presId="urn:microsoft.com/office/officeart/2005/8/layout/vList2"/>
    <dgm:cxn modelId="{0624F53D-E0DC-4C85-BCAC-5C0CFD3087F8}" srcId="{60CA5AE2-2C9A-49BB-B8BD-ABA2EE14902E}" destId="{F69DF058-A288-41DC-A2E8-8BA9356E2C9E}" srcOrd="2" destOrd="0" parTransId="{0611D6D6-2E4A-46ED-8833-48F1A713D83A}" sibTransId="{43DB3A88-33A6-479C-93AA-A5AF9B5CC1ED}"/>
    <dgm:cxn modelId="{9520735B-536B-4415-92B5-AC8BD8DEC85E}" type="presOf" srcId="{9372EAF5-4627-436B-B89A-E8C7CF908ED5}" destId="{5AFCAABA-1425-49A8-812B-85484F7A53A4}" srcOrd="0" destOrd="0" presId="urn:microsoft.com/office/officeart/2005/8/layout/vList2"/>
    <dgm:cxn modelId="{AA38B97B-52E6-4D88-A7D4-871931845145}" type="presOf" srcId="{60CA5AE2-2C9A-49BB-B8BD-ABA2EE14902E}" destId="{68F083E2-82EB-4D12-B977-C3E19F001183}" srcOrd="0" destOrd="0" presId="urn:microsoft.com/office/officeart/2005/8/layout/vList2"/>
    <dgm:cxn modelId="{67737F82-F99E-4F83-9CFD-03E93109AD4F}" srcId="{60CA5AE2-2C9A-49BB-B8BD-ABA2EE14902E}" destId="{9EA507EA-C45B-43A2-A9EB-6D27D4D23867}" srcOrd="1" destOrd="0" parTransId="{7A002B59-392E-41A3-949A-461563D939AF}" sibTransId="{60C56A33-E6FE-4267-B54F-D96F32E811C2}"/>
    <dgm:cxn modelId="{C2F19285-115A-47C6-8E9B-6847C49B3AEA}" type="presOf" srcId="{9EA507EA-C45B-43A2-A9EB-6D27D4D23867}" destId="{B43BD894-1F55-47DA-9931-03515439F551}" srcOrd="0" destOrd="0" presId="urn:microsoft.com/office/officeart/2005/8/layout/vList2"/>
    <dgm:cxn modelId="{FD2B1CA5-796E-4F33-A00E-16D5E483FE3F}" srcId="{60CA5AE2-2C9A-49BB-B8BD-ABA2EE14902E}" destId="{178A7F9E-C2C0-4284-8313-BCB52C023550}" srcOrd="3" destOrd="0" parTransId="{8286F50A-0A81-4641-BBD6-74A367FFF73C}" sibTransId="{871F9020-6435-4A14-8959-4941AC180A02}"/>
    <dgm:cxn modelId="{143813CC-F801-420D-A24F-B887FDB8CB85}" type="presOf" srcId="{178A7F9E-C2C0-4284-8313-BCB52C023550}" destId="{6A176897-711B-4C87-AB0F-3FB9EF693C31}" srcOrd="0" destOrd="0" presId="urn:microsoft.com/office/officeart/2005/8/layout/vList2"/>
    <dgm:cxn modelId="{DEBA49C2-DCE9-45B1-86BE-8C02C082714C}" type="presParOf" srcId="{68F083E2-82EB-4D12-B977-C3E19F001183}" destId="{5AFCAABA-1425-49A8-812B-85484F7A53A4}" srcOrd="0" destOrd="0" presId="urn:microsoft.com/office/officeart/2005/8/layout/vList2"/>
    <dgm:cxn modelId="{8322FD4A-A724-4BCB-9D5F-BC4F57C601CF}" type="presParOf" srcId="{68F083E2-82EB-4D12-B977-C3E19F001183}" destId="{FBAC46B6-C2ED-4532-90DB-88D67E8C13DC}" srcOrd="1" destOrd="0" presId="urn:microsoft.com/office/officeart/2005/8/layout/vList2"/>
    <dgm:cxn modelId="{C5641629-A8A0-4EE2-9462-B0CC65543913}" type="presParOf" srcId="{68F083E2-82EB-4D12-B977-C3E19F001183}" destId="{B43BD894-1F55-47DA-9931-03515439F551}" srcOrd="2" destOrd="0" presId="urn:microsoft.com/office/officeart/2005/8/layout/vList2"/>
    <dgm:cxn modelId="{8D61EE7A-FB3B-45CC-A7CB-0C8CDD2C9441}" type="presParOf" srcId="{68F083E2-82EB-4D12-B977-C3E19F001183}" destId="{83C61F90-892A-488F-A08F-3BCB02B80BBA}" srcOrd="3" destOrd="0" presId="urn:microsoft.com/office/officeart/2005/8/layout/vList2"/>
    <dgm:cxn modelId="{7B17B87B-3D95-4A4F-8692-316357F57C60}" type="presParOf" srcId="{68F083E2-82EB-4D12-B977-C3E19F001183}" destId="{ADB52220-103D-4B88-8342-7A4D32FAA77C}" srcOrd="4" destOrd="0" presId="urn:microsoft.com/office/officeart/2005/8/layout/vList2"/>
    <dgm:cxn modelId="{78C9BA21-5C94-4E45-804F-6D83CED916EB}" type="presParOf" srcId="{68F083E2-82EB-4D12-B977-C3E19F001183}" destId="{4A9E0964-386C-4DC1-A5F9-941AB4FFB9CB}" srcOrd="5" destOrd="0" presId="urn:microsoft.com/office/officeart/2005/8/layout/vList2"/>
    <dgm:cxn modelId="{62A144DE-28B9-43AF-84F9-39E02CFCD061}" type="presParOf" srcId="{68F083E2-82EB-4D12-B977-C3E19F001183}" destId="{6A176897-711B-4C87-AB0F-3FB9EF693C3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7020FC-0BE2-4913-B6D1-534CB42DD7B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AD96962-EDF3-428D-8299-3FE48B117F46}">
      <dgm:prSet/>
      <dgm:spPr/>
      <dgm:t>
        <a:bodyPr/>
        <a:lstStyle/>
        <a:p>
          <a:pPr>
            <a:defRPr b="1"/>
          </a:pPr>
          <a:r>
            <a:rPr lang="en-US"/>
            <a:t>Category: Reverse Engineering</a:t>
          </a:r>
        </a:p>
      </dgm:t>
    </dgm:pt>
    <dgm:pt modelId="{90D5B629-87E3-40A0-973C-D855D90A600A}" type="parTrans" cxnId="{865E6874-3CCC-47C5-9A06-1965FF2FF600}">
      <dgm:prSet/>
      <dgm:spPr/>
      <dgm:t>
        <a:bodyPr/>
        <a:lstStyle/>
        <a:p>
          <a:endParaRPr lang="en-US"/>
        </a:p>
      </dgm:t>
    </dgm:pt>
    <dgm:pt modelId="{96D06FB0-798C-4B33-84AD-9966A9CB0CBD}" type="sibTrans" cxnId="{865E6874-3CCC-47C5-9A06-1965FF2FF600}">
      <dgm:prSet/>
      <dgm:spPr/>
      <dgm:t>
        <a:bodyPr/>
        <a:lstStyle/>
        <a:p>
          <a:endParaRPr lang="en-US"/>
        </a:p>
      </dgm:t>
    </dgm:pt>
    <dgm:pt modelId="{CC8CDB74-C20F-44FD-9B98-4F2D3F0AE0E0}">
      <dgm:prSet/>
      <dgm:spPr/>
      <dgm:t>
        <a:bodyPr/>
        <a:lstStyle/>
        <a:p>
          <a:pPr>
            <a:defRPr b="1"/>
          </a:pPr>
          <a:r>
            <a:rPr lang="en-MY"/>
            <a:t>Beginner-friendly logical challenge</a:t>
          </a:r>
          <a:endParaRPr lang="en-US"/>
        </a:p>
      </dgm:t>
    </dgm:pt>
    <dgm:pt modelId="{3ED1298F-2B17-4CCF-9369-DA183F01DDC8}" type="parTrans" cxnId="{4BCC4007-FA57-4EC7-A18E-659E08F11E6F}">
      <dgm:prSet/>
      <dgm:spPr/>
      <dgm:t>
        <a:bodyPr/>
        <a:lstStyle/>
        <a:p>
          <a:endParaRPr lang="en-US"/>
        </a:p>
      </dgm:t>
    </dgm:pt>
    <dgm:pt modelId="{322253F6-A4D5-4351-8238-7695D73B9FBA}" type="sibTrans" cxnId="{4BCC4007-FA57-4EC7-A18E-659E08F11E6F}">
      <dgm:prSet/>
      <dgm:spPr/>
      <dgm:t>
        <a:bodyPr/>
        <a:lstStyle/>
        <a:p>
          <a:endParaRPr lang="en-US"/>
        </a:p>
      </dgm:t>
    </dgm:pt>
    <dgm:pt modelId="{E35D637C-9B03-4BA7-913A-6E1A3C68899C}">
      <dgm:prSet/>
      <dgm:spPr/>
      <dgm:t>
        <a:bodyPr/>
        <a:lstStyle/>
        <a:p>
          <a:pPr>
            <a:defRPr b="1"/>
          </a:pPr>
          <a:r>
            <a:rPr lang="en-MY"/>
            <a:t>Python-based (team’s strength)</a:t>
          </a:r>
          <a:endParaRPr lang="en-US"/>
        </a:p>
      </dgm:t>
    </dgm:pt>
    <dgm:pt modelId="{27C270C6-7503-48D2-98DE-21F4100E971F}" type="parTrans" cxnId="{005069ED-89BC-48A1-80EA-D7656C5811C3}">
      <dgm:prSet/>
      <dgm:spPr/>
      <dgm:t>
        <a:bodyPr/>
        <a:lstStyle/>
        <a:p>
          <a:endParaRPr lang="en-US"/>
        </a:p>
      </dgm:t>
    </dgm:pt>
    <dgm:pt modelId="{C3D0395F-67C3-4CBB-A234-3077F60D0E8D}" type="sibTrans" cxnId="{005069ED-89BC-48A1-80EA-D7656C5811C3}">
      <dgm:prSet/>
      <dgm:spPr/>
      <dgm:t>
        <a:bodyPr/>
        <a:lstStyle/>
        <a:p>
          <a:endParaRPr lang="en-US"/>
        </a:p>
      </dgm:t>
    </dgm:pt>
    <dgm:pt modelId="{6C6F2CFE-5633-40D8-9089-95C71F0FB6EA}">
      <dgm:prSet/>
      <dgm:spPr/>
      <dgm:t>
        <a:bodyPr/>
        <a:lstStyle/>
        <a:p>
          <a:pPr>
            <a:defRPr b="1"/>
          </a:pPr>
          <a:r>
            <a:rPr lang="en-MY"/>
            <a:t>Teaches core concepts</a:t>
          </a:r>
          <a:endParaRPr lang="en-US"/>
        </a:p>
      </dgm:t>
    </dgm:pt>
    <dgm:pt modelId="{C4B8FD81-3BAA-4AD4-B671-CBC2DCE7E5B6}" type="parTrans" cxnId="{FEAB3ADA-49E0-4A2B-8C63-C79A66121A67}">
      <dgm:prSet/>
      <dgm:spPr/>
      <dgm:t>
        <a:bodyPr/>
        <a:lstStyle/>
        <a:p>
          <a:endParaRPr lang="en-US"/>
        </a:p>
      </dgm:t>
    </dgm:pt>
    <dgm:pt modelId="{123A6122-10A1-4AD3-BE49-385FBFC52219}" type="sibTrans" cxnId="{FEAB3ADA-49E0-4A2B-8C63-C79A66121A67}">
      <dgm:prSet/>
      <dgm:spPr/>
      <dgm:t>
        <a:bodyPr/>
        <a:lstStyle/>
        <a:p>
          <a:endParaRPr lang="en-US"/>
        </a:p>
      </dgm:t>
    </dgm:pt>
    <dgm:pt modelId="{372469FF-F778-4E9D-AC6F-005DC0E0B302}">
      <dgm:prSet/>
      <dgm:spPr/>
      <dgm:t>
        <a:bodyPr/>
        <a:lstStyle/>
        <a:p>
          <a:r>
            <a:rPr lang="en-MY"/>
            <a:t>Bitwise operations</a:t>
          </a:r>
          <a:endParaRPr lang="en-US"/>
        </a:p>
      </dgm:t>
    </dgm:pt>
    <dgm:pt modelId="{F85D5DB5-DFCA-4C06-8C01-B163555EE2DF}" type="parTrans" cxnId="{3F4AA3C0-4240-42EC-BB5C-957D84CE3291}">
      <dgm:prSet/>
      <dgm:spPr/>
      <dgm:t>
        <a:bodyPr/>
        <a:lstStyle/>
        <a:p>
          <a:endParaRPr lang="en-US"/>
        </a:p>
      </dgm:t>
    </dgm:pt>
    <dgm:pt modelId="{F90BBBB9-FD5B-4EBD-94D3-BEB37289A180}" type="sibTrans" cxnId="{3F4AA3C0-4240-42EC-BB5C-957D84CE3291}">
      <dgm:prSet/>
      <dgm:spPr/>
      <dgm:t>
        <a:bodyPr/>
        <a:lstStyle/>
        <a:p>
          <a:endParaRPr lang="en-US"/>
        </a:p>
      </dgm:t>
    </dgm:pt>
    <dgm:pt modelId="{51660809-0233-4608-A7DF-DA73B48523C5}">
      <dgm:prSet/>
      <dgm:spPr/>
      <dgm:t>
        <a:bodyPr/>
        <a:lstStyle/>
        <a:p>
          <a:r>
            <a:rPr lang="en-MY"/>
            <a:t>Data transformation</a:t>
          </a:r>
          <a:endParaRPr lang="en-US"/>
        </a:p>
      </dgm:t>
    </dgm:pt>
    <dgm:pt modelId="{751ACD24-3DF7-4A3B-9AE9-D7939B828842}" type="parTrans" cxnId="{AC9AAE2B-9928-47E0-90D8-7C756E03E727}">
      <dgm:prSet/>
      <dgm:spPr/>
      <dgm:t>
        <a:bodyPr/>
        <a:lstStyle/>
        <a:p>
          <a:endParaRPr lang="en-US"/>
        </a:p>
      </dgm:t>
    </dgm:pt>
    <dgm:pt modelId="{EF7951C6-DE05-4A53-B62E-B2DA84CEEBFC}" type="sibTrans" cxnId="{AC9AAE2B-9928-47E0-90D8-7C756E03E727}">
      <dgm:prSet/>
      <dgm:spPr/>
      <dgm:t>
        <a:bodyPr/>
        <a:lstStyle/>
        <a:p>
          <a:endParaRPr lang="en-US"/>
        </a:p>
      </dgm:t>
    </dgm:pt>
    <dgm:pt modelId="{CE10F540-CA8A-4BB1-8C51-48C63226762D}">
      <dgm:prSet/>
      <dgm:spPr/>
      <dgm:t>
        <a:bodyPr/>
        <a:lstStyle/>
        <a:p>
          <a:r>
            <a:rPr lang="en-MY"/>
            <a:t>Algorithm reversal</a:t>
          </a:r>
          <a:endParaRPr lang="en-US"/>
        </a:p>
      </dgm:t>
    </dgm:pt>
    <dgm:pt modelId="{91DCFAAE-7EEA-4522-8C80-701FE8DB8907}" type="parTrans" cxnId="{95364986-ACC7-4EAF-897D-4B2C54DFAA46}">
      <dgm:prSet/>
      <dgm:spPr/>
      <dgm:t>
        <a:bodyPr/>
        <a:lstStyle/>
        <a:p>
          <a:endParaRPr lang="en-US"/>
        </a:p>
      </dgm:t>
    </dgm:pt>
    <dgm:pt modelId="{4387B435-919B-4A07-B595-659A6658B415}" type="sibTrans" cxnId="{95364986-ACC7-4EAF-897D-4B2C54DFAA46}">
      <dgm:prSet/>
      <dgm:spPr/>
      <dgm:t>
        <a:bodyPr/>
        <a:lstStyle/>
        <a:p>
          <a:endParaRPr lang="en-US"/>
        </a:p>
      </dgm:t>
    </dgm:pt>
    <dgm:pt modelId="{B3C30459-DA25-4D63-8676-FF816F585370}">
      <dgm:prSet/>
      <dgm:spPr/>
      <dgm:t>
        <a:bodyPr/>
        <a:lstStyle/>
        <a:p>
          <a:pPr>
            <a:defRPr b="1"/>
          </a:pPr>
          <a:r>
            <a:rPr lang="en-MY"/>
            <a:t>Skills developed:</a:t>
          </a:r>
          <a:endParaRPr lang="en-US"/>
        </a:p>
      </dgm:t>
    </dgm:pt>
    <dgm:pt modelId="{FB74F4FA-8A56-4BD5-A0A5-518CCF3CCE13}" type="parTrans" cxnId="{63DED7F1-796A-4905-8D74-0079FC01A18A}">
      <dgm:prSet/>
      <dgm:spPr/>
      <dgm:t>
        <a:bodyPr/>
        <a:lstStyle/>
        <a:p>
          <a:endParaRPr lang="en-US"/>
        </a:p>
      </dgm:t>
    </dgm:pt>
    <dgm:pt modelId="{02CF27B9-F434-45DF-A073-B0C0A6E599A4}" type="sibTrans" cxnId="{63DED7F1-796A-4905-8D74-0079FC01A18A}">
      <dgm:prSet/>
      <dgm:spPr/>
      <dgm:t>
        <a:bodyPr/>
        <a:lstStyle/>
        <a:p>
          <a:endParaRPr lang="en-US"/>
        </a:p>
      </dgm:t>
    </dgm:pt>
    <dgm:pt modelId="{E6725EA7-6AD7-42EA-8A1E-1F24E34D3AE6}">
      <dgm:prSet/>
      <dgm:spPr/>
      <dgm:t>
        <a:bodyPr/>
        <a:lstStyle/>
        <a:p>
          <a:r>
            <a:rPr lang="en-MY"/>
            <a:t>Code analysis</a:t>
          </a:r>
          <a:endParaRPr lang="en-US"/>
        </a:p>
      </dgm:t>
    </dgm:pt>
    <dgm:pt modelId="{5B552094-4A84-4A60-88BE-C6E95A835A8B}" type="parTrans" cxnId="{2BC99567-1DEC-4842-89C1-99ED6AB75A56}">
      <dgm:prSet/>
      <dgm:spPr/>
      <dgm:t>
        <a:bodyPr/>
        <a:lstStyle/>
        <a:p>
          <a:endParaRPr lang="en-US"/>
        </a:p>
      </dgm:t>
    </dgm:pt>
    <dgm:pt modelId="{C959DF0C-E225-4FA1-84F0-2A91CC9622E6}" type="sibTrans" cxnId="{2BC99567-1DEC-4842-89C1-99ED6AB75A56}">
      <dgm:prSet/>
      <dgm:spPr/>
      <dgm:t>
        <a:bodyPr/>
        <a:lstStyle/>
        <a:p>
          <a:endParaRPr lang="en-US"/>
        </a:p>
      </dgm:t>
    </dgm:pt>
    <dgm:pt modelId="{74BA113E-6970-4A54-A0B3-4C4E9101377C}">
      <dgm:prSet/>
      <dgm:spPr/>
      <dgm:t>
        <a:bodyPr/>
        <a:lstStyle/>
        <a:p>
          <a:r>
            <a:rPr lang="en-MY"/>
            <a:t>Cryptographic thinking</a:t>
          </a:r>
          <a:endParaRPr lang="en-US"/>
        </a:p>
      </dgm:t>
    </dgm:pt>
    <dgm:pt modelId="{D05C4BA1-68C0-48E6-90B3-6577D3457833}" type="parTrans" cxnId="{4C8B57EE-2217-487B-95BD-0599DC695F51}">
      <dgm:prSet/>
      <dgm:spPr/>
      <dgm:t>
        <a:bodyPr/>
        <a:lstStyle/>
        <a:p>
          <a:endParaRPr lang="en-US"/>
        </a:p>
      </dgm:t>
    </dgm:pt>
    <dgm:pt modelId="{ABE192F1-9171-41C9-B6C9-36FA57EF3CDD}" type="sibTrans" cxnId="{4C8B57EE-2217-487B-95BD-0599DC695F51}">
      <dgm:prSet/>
      <dgm:spPr/>
      <dgm:t>
        <a:bodyPr/>
        <a:lstStyle/>
        <a:p>
          <a:endParaRPr lang="en-US"/>
        </a:p>
      </dgm:t>
    </dgm:pt>
    <dgm:pt modelId="{031C52CE-C494-4D35-A8DF-A4592A28A1B8}">
      <dgm:prSet/>
      <dgm:spPr/>
      <dgm:t>
        <a:bodyPr/>
        <a:lstStyle/>
        <a:p>
          <a:r>
            <a:rPr lang="en-MY"/>
            <a:t>Problem decomposition</a:t>
          </a:r>
          <a:endParaRPr lang="en-US"/>
        </a:p>
      </dgm:t>
    </dgm:pt>
    <dgm:pt modelId="{E4905DFD-6728-4546-B945-64DC4FB4C108}" type="parTrans" cxnId="{E36C5EBA-F2C8-4C04-9CA8-579B04A27BA2}">
      <dgm:prSet/>
      <dgm:spPr/>
      <dgm:t>
        <a:bodyPr/>
        <a:lstStyle/>
        <a:p>
          <a:endParaRPr lang="en-US"/>
        </a:p>
      </dgm:t>
    </dgm:pt>
    <dgm:pt modelId="{0F30D457-54BB-44D9-9426-611482A1E237}" type="sibTrans" cxnId="{E36C5EBA-F2C8-4C04-9CA8-579B04A27BA2}">
      <dgm:prSet/>
      <dgm:spPr/>
      <dgm:t>
        <a:bodyPr/>
        <a:lstStyle/>
        <a:p>
          <a:endParaRPr lang="en-US"/>
        </a:p>
      </dgm:t>
    </dgm:pt>
    <dgm:pt modelId="{F2D23C94-FED3-4B78-9FFE-9869C32C5AA4}" type="pres">
      <dgm:prSet presAssocID="{777020FC-0BE2-4913-B6D1-534CB42DD7BC}" presName="root" presStyleCnt="0">
        <dgm:presLayoutVars>
          <dgm:dir/>
          <dgm:resizeHandles val="exact"/>
        </dgm:presLayoutVars>
      </dgm:prSet>
      <dgm:spPr/>
    </dgm:pt>
    <dgm:pt modelId="{B7480730-1F10-4160-9652-58EEA19EEE22}" type="pres">
      <dgm:prSet presAssocID="{1AD96962-EDF3-428D-8299-3FE48B117F46}" presName="compNode" presStyleCnt="0"/>
      <dgm:spPr/>
    </dgm:pt>
    <dgm:pt modelId="{CDFFA803-FFFF-45B3-91C3-BB670470D666}" type="pres">
      <dgm:prSet presAssocID="{1AD96962-EDF3-428D-8299-3FE48B117F4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433158-78EF-40FB-8B63-4FA87404FD79}" type="pres">
      <dgm:prSet presAssocID="{1AD96962-EDF3-428D-8299-3FE48B117F46}" presName="iconSpace" presStyleCnt="0"/>
      <dgm:spPr/>
    </dgm:pt>
    <dgm:pt modelId="{A311E649-E7BD-4E17-BA5E-BEC011492D05}" type="pres">
      <dgm:prSet presAssocID="{1AD96962-EDF3-428D-8299-3FE48B117F46}" presName="parTx" presStyleLbl="revTx" presStyleIdx="0" presStyleCnt="10">
        <dgm:presLayoutVars>
          <dgm:chMax val="0"/>
          <dgm:chPref val="0"/>
        </dgm:presLayoutVars>
      </dgm:prSet>
      <dgm:spPr/>
    </dgm:pt>
    <dgm:pt modelId="{00B999BA-1771-4EA7-83E7-3F213D67FBFF}" type="pres">
      <dgm:prSet presAssocID="{1AD96962-EDF3-428D-8299-3FE48B117F46}" presName="txSpace" presStyleCnt="0"/>
      <dgm:spPr/>
    </dgm:pt>
    <dgm:pt modelId="{832AAEE4-0192-486D-B029-727C50A21DC7}" type="pres">
      <dgm:prSet presAssocID="{1AD96962-EDF3-428D-8299-3FE48B117F46}" presName="desTx" presStyleLbl="revTx" presStyleIdx="1" presStyleCnt="10">
        <dgm:presLayoutVars/>
      </dgm:prSet>
      <dgm:spPr/>
    </dgm:pt>
    <dgm:pt modelId="{AF2A2FD7-53CE-4D66-97C4-B7CE53E75C86}" type="pres">
      <dgm:prSet presAssocID="{96D06FB0-798C-4B33-84AD-9966A9CB0CBD}" presName="sibTrans" presStyleCnt="0"/>
      <dgm:spPr/>
    </dgm:pt>
    <dgm:pt modelId="{BFC754B1-363B-4FF1-BBC1-C53162AA93F0}" type="pres">
      <dgm:prSet presAssocID="{CC8CDB74-C20F-44FD-9B98-4F2D3F0AE0E0}" presName="compNode" presStyleCnt="0"/>
      <dgm:spPr/>
    </dgm:pt>
    <dgm:pt modelId="{AFED6A0B-FB49-40C9-9DD8-78B5DA51B732}" type="pres">
      <dgm:prSet presAssocID="{CC8CDB74-C20F-44FD-9B98-4F2D3F0AE0E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F4D178E1-7075-49B1-A5B2-C4E14F9B8346}" type="pres">
      <dgm:prSet presAssocID="{CC8CDB74-C20F-44FD-9B98-4F2D3F0AE0E0}" presName="iconSpace" presStyleCnt="0"/>
      <dgm:spPr/>
    </dgm:pt>
    <dgm:pt modelId="{65254015-A4AC-4B01-BD15-B8414A285E16}" type="pres">
      <dgm:prSet presAssocID="{CC8CDB74-C20F-44FD-9B98-4F2D3F0AE0E0}" presName="parTx" presStyleLbl="revTx" presStyleIdx="2" presStyleCnt="10">
        <dgm:presLayoutVars>
          <dgm:chMax val="0"/>
          <dgm:chPref val="0"/>
        </dgm:presLayoutVars>
      </dgm:prSet>
      <dgm:spPr/>
    </dgm:pt>
    <dgm:pt modelId="{C017E252-17B4-4CE3-AF80-552EB9A1C849}" type="pres">
      <dgm:prSet presAssocID="{CC8CDB74-C20F-44FD-9B98-4F2D3F0AE0E0}" presName="txSpace" presStyleCnt="0"/>
      <dgm:spPr/>
    </dgm:pt>
    <dgm:pt modelId="{60B26573-AD1D-40B9-828C-BAA18997B808}" type="pres">
      <dgm:prSet presAssocID="{CC8CDB74-C20F-44FD-9B98-4F2D3F0AE0E0}" presName="desTx" presStyleLbl="revTx" presStyleIdx="3" presStyleCnt="10">
        <dgm:presLayoutVars/>
      </dgm:prSet>
      <dgm:spPr/>
    </dgm:pt>
    <dgm:pt modelId="{1A03DAA9-A624-4AA8-8113-1357598D8371}" type="pres">
      <dgm:prSet presAssocID="{322253F6-A4D5-4351-8238-7695D73B9FBA}" presName="sibTrans" presStyleCnt="0"/>
      <dgm:spPr/>
    </dgm:pt>
    <dgm:pt modelId="{E4E92C88-CFAC-4371-AC22-959913697E08}" type="pres">
      <dgm:prSet presAssocID="{E35D637C-9B03-4BA7-913A-6E1A3C68899C}" presName="compNode" presStyleCnt="0"/>
      <dgm:spPr/>
    </dgm:pt>
    <dgm:pt modelId="{A22681FE-6C2D-43ED-960F-8524503D0A8D}" type="pres">
      <dgm:prSet presAssocID="{E35D637C-9B03-4BA7-913A-6E1A3C68899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97D73AF-47C3-4006-A138-1FB9E89F19ED}" type="pres">
      <dgm:prSet presAssocID="{E35D637C-9B03-4BA7-913A-6E1A3C68899C}" presName="iconSpace" presStyleCnt="0"/>
      <dgm:spPr/>
    </dgm:pt>
    <dgm:pt modelId="{C67A3DBF-6FFA-47CA-A38E-03825276969C}" type="pres">
      <dgm:prSet presAssocID="{E35D637C-9B03-4BA7-913A-6E1A3C68899C}" presName="parTx" presStyleLbl="revTx" presStyleIdx="4" presStyleCnt="10">
        <dgm:presLayoutVars>
          <dgm:chMax val="0"/>
          <dgm:chPref val="0"/>
        </dgm:presLayoutVars>
      </dgm:prSet>
      <dgm:spPr/>
    </dgm:pt>
    <dgm:pt modelId="{3AA173B8-F451-4514-B942-A1D3C59B7759}" type="pres">
      <dgm:prSet presAssocID="{E35D637C-9B03-4BA7-913A-6E1A3C68899C}" presName="txSpace" presStyleCnt="0"/>
      <dgm:spPr/>
    </dgm:pt>
    <dgm:pt modelId="{EA226D6F-59A0-49F5-8599-F38C3A9060AA}" type="pres">
      <dgm:prSet presAssocID="{E35D637C-9B03-4BA7-913A-6E1A3C68899C}" presName="desTx" presStyleLbl="revTx" presStyleIdx="5" presStyleCnt="10">
        <dgm:presLayoutVars/>
      </dgm:prSet>
      <dgm:spPr/>
    </dgm:pt>
    <dgm:pt modelId="{DD2022B6-344D-4F0F-977D-842F35383DC4}" type="pres">
      <dgm:prSet presAssocID="{C3D0395F-67C3-4CBB-A234-3077F60D0E8D}" presName="sibTrans" presStyleCnt="0"/>
      <dgm:spPr/>
    </dgm:pt>
    <dgm:pt modelId="{10486275-285E-4474-AA39-F4D145A2BAEC}" type="pres">
      <dgm:prSet presAssocID="{6C6F2CFE-5633-40D8-9089-95C71F0FB6EA}" presName="compNode" presStyleCnt="0"/>
      <dgm:spPr/>
    </dgm:pt>
    <dgm:pt modelId="{55CBD201-FD27-4B46-8669-C113BB99550C}" type="pres">
      <dgm:prSet presAssocID="{6C6F2CFE-5633-40D8-9089-95C71F0FB6E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ACBF5C-8CFD-4CC7-A082-8A925AF0C6F5}" type="pres">
      <dgm:prSet presAssocID="{6C6F2CFE-5633-40D8-9089-95C71F0FB6EA}" presName="iconSpace" presStyleCnt="0"/>
      <dgm:spPr/>
    </dgm:pt>
    <dgm:pt modelId="{9F696402-5061-4E2F-B9F8-D5A6FAD475EF}" type="pres">
      <dgm:prSet presAssocID="{6C6F2CFE-5633-40D8-9089-95C71F0FB6EA}" presName="parTx" presStyleLbl="revTx" presStyleIdx="6" presStyleCnt="10">
        <dgm:presLayoutVars>
          <dgm:chMax val="0"/>
          <dgm:chPref val="0"/>
        </dgm:presLayoutVars>
      </dgm:prSet>
      <dgm:spPr/>
    </dgm:pt>
    <dgm:pt modelId="{7C85175B-053E-4D76-A190-E52B7E5AFDE5}" type="pres">
      <dgm:prSet presAssocID="{6C6F2CFE-5633-40D8-9089-95C71F0FB6EA}" presName="txSpace" presStyleCnt="0"/>
      <dgm:spPr/>
    </dgm:pt>
    <dgm:pt modelId="{865FC6F0-73BE-42CD-83D5-E64FBAB4E8AA}" type="pres">
      <dgm:prSet presAssocID="{6C6F2CFE-5633-40D8-9089-95C71F0FB6EA}" presName="desTx" presStyleLbl="revTx" presStyleIdx="7" presStyleCnt="10">
        <dgm:presLayoutVars/>
      </dgm:prSet>
      <dgm:spPr/>
    </dgm:pt>
    <dgm:pt modelId="{F2904332-79DE-425A-9D2D-095E8602351B}" type="pres">
      <dgm:prSet presAssocID="{123A6122-10A1-4AD3-BE49-385FBFC52219}" presName="sibTrans" presStyleCnt="0"/>
      <dgm:spPr/>
    </dgm:pt>
    <dgm:pt modelId="{978B035B-D315-42ED-AE1B-D4426264C9CE}" type="pres">
      <dgm:prSet presAssocID="{B3C30459-DA25-4D63-8676-FF816F585370}" presName="compNode" presStyleCnt="0"/>
      <dgm:spPr/>
    </dgm:pt>
    <dgm:pt modelId="{68C31121-598D-4EB8-B7A5-E90C087604AD}" type="pres">
      <dgm:prSet presAssocID="{B3C30459-DA25-4D63-8676-FF816F585370}" presName="iconRect" presStyleLbl="node1" presStyleIdx="4" presStyleCnt="5"/>
      <dgm:spPr>
        <a:ln>
          <a:noFill/>
        </a:ln>
      </dgm:spPr>
    </dgm:pt>
    <dgm:pt modelId="{9BB95771-8DC4-40D1-9EF2-B4D235F4D5C5}" type="pres">
      <dgm:prSet presAssocID="{B3C30459-DA25-4D63-8676-FF816F585370}" presName="iconSpace" presStyleCnt="0"/>
      <dgm:spPr/>
    </dgm:pt>
    <dgm:pt modelId="{AA433DB2-54C9-4240-99B5-E6478BBFDDCE}" type="pres">
      <dgm:prSet presAssocID="{B3C30459-DA25-4D63-8676-FF816F585370}" presName="parTx" presStyleLbl="revTx" presStyleIdx="8" presStyleCnt="10">
        <dgm:presLayoutVars>
          <dgm:chMax val="0"/>
          <dgm:chPref val="0"/>
        </dgm:presLayoutVars>
      </dgm:prSet>
      <dgm:spPr/>
    </dgm:pt>
    <dgm:pt modelId="{0F77104F-2022-498C-B336-1129D66F7F83}" type="pres">
      <dgm:prSet presAssocID="{B3C30459-DA25-4D63-8676-FF816F585370}" presName="txSpace" presStyleCnt="0"/>
      <dgm:spPr/>
    </dgm:pt>
    <dgm:pt modelId="{E3F52670-AEBA-41F9-8BD7-518EA6CE29BC}" type="pres">
      <dgm:prSet presAssocID="{B3C30459-DA25-4D63-8676-FF816F585370}" presName="desTx" presStyleLbl="revTx" presStyleIdx="9" presStyleCnt="10">
        <dgm:presLayoutVars/>
      </dgm:prSet>
      <dgm:spPr/>
    </dgm:pt>
  </dgm:ptLst>
  <dgm:cxnLst>
    <dgm:cxn modelId="{4BCC4007-FA57-4EC7-A18E-659E08F11E6F}" srcId="{777020FC-0BE2-4913-B6D1-534CB42DD7BC}" destId="{CC8CDB74-C20F-44FD-9B98-4F2D3F0AE0E0}" srcOrd="1" destOrd="0" parTransId="{3ED1298F-2B17-4CCF-9369-DA183F01DDC8}" sibTransId="{322253F6-A4D5-4351-8238-7695D73B9FBA}"/>
    <dgm:cxn modelId="{EC1DA215-3D60-46F4-B505-BF68126DAC45}" type="presOf" srcId="{E6725EA7-6AD7-42EA-8A1E-1F24E34D3AE6}" destId="{E3F52670-AEBA-41F9-8BD7-518EA6CE29BC}" srcOrd="0" destOrd="0" presId="urn:microsoft.com/office/officeart/2018/5/layout/CenteredIconLabelDescriptionList"/>
    <dgm:cxn modelId="{E7A2A823-6787-4B67-9B21-FCF831689A20}" type="presOf" srcId="{E35D637C-9B03-4BA7-913A-6E1A3C68899C}" destId="{C67A3DBF-6FFA-47CA-A38E-03825276969C}" srcOrd="0" destOrd="0" presId="urn:microsoft.com/office/officeart/2018/5/layout/CenteredIconLabelDescriptionList"/>
    <dgm:cxn modelId="{AC9AAE2B-9928-47E0-90D8-7C756E03E727}" srcId="{6C6F2CFE-5633-40D8-9089-95C71F0FB6EA}" destId="{51660809-0233-4608-A7DF-DA73B48523C5}" srcOrd="1" destOrd="0" parTransId="{751ACD24-3DF7-4A3B-9AE9-D7939B828842}" sibTransId="{EF7951C6-DE05-4A53-B62E-B2DA84CEEBFC}"/>
    <dgm:cxn modelId="{958C1D33-3175-4D91-A953-54D78E181DA1}" type="presOf" srcId="{6C6F2CFE-5633-40D8-9089-95C71F0FB6EA}" destId="{9F696402-5061-4E2F-B9F8-D5A6FAD475EF}" srcOrd="0" destOrd="0" presId="urn:microsoft.com/office/officeart/2018/5/layout/CenteredIconLabelDescriptionList"/>
    <dgm:cxn modelId="{1FEB7436-F38B-4E43-94F1-949736A6F70E}" type="presOf" srcId="{031C52CE-C494-4D35-A8DF-A4592A28A1B8}" destId="{E3F52670-AEBA-41F9-8BD7-518EA6CE29BC}" srcOrd="0" destOrd="2" presId="urn:microsoft.com/office/officeart/2018/5/layout/CenteredIconLabelDescriptionList"/>
    <dgm:cxn modelId="{2BC99567-1DEC-4842-89C1-99ED6AB75A56}" srcId="{B3C30459-DA25-4D63-8676-FF816F585370}" destId="{E6725EA7-6AD7-42EA-8A1E-1F24E34D3AE6}" srcOrd="0" destOrd="0" parTransId="{5B552094-4A84-4A60-88BE-C6E95A835A8B}" sibTransId="{C959DF0C-E225-4FA1-84F0-2A91CC9622E6}"/>
    <dgm:cxn modelId="{865E6874-3CCC-47C5-9A06-1965FF2FF600}" srcId="{777020FC-0BE2-4913-B6D1-534CB42DD7BC}" destId="{1AD96962-EDF3-428D-8299-3FE48B117F46}" srcOrd="0" destOrd="0" parTransId="{90D5B629-87E3-40A0-973C-D855D90A600A}" sibTransId="{96D06FB0-798C-4B33-84AD-9966A9CB0CBD}"/>
    <dgm:cxn modelId="{DFB3BB7A-8497-4620-80B3-88BE558815CA}" type="presOf" srcId="{74BA113E-6970-4A54-A0B3-4C4E9101377C}" destId="{E3F52670-AEBA-41F9-8BD7-518EA6CE29BC}" srcOrd="0" destOrd="1" presId="urn:microsoft.com/office/officeart/2018/5/layout/CenteredIconLabelDescriptionList"/>
    <dgm:cxn modelId="{95364986-ACC7-4EAF-897D-4B2C54DFAA46}" srcId="{6C6F2CFE-5633-40D8-9089-95C71F0FB6EA}" destId="{CE10F540-CA8A-4BB1-8C51-48C63226762D}" srcOrd="2" destOrd="0" parTransId="{91DCFAAE-7EEA-4522-8C80-701FE8DB8907}" sibTransId="{4387B435-919B-4A07-B595-659A6658B415}"/>
    <dgm:cxn modelId="{F2E9BD88-2974-4D85-B224-4CDF9C985DDF}" type="presOf" srcId="{51660809-0233-4608-A7DF-DA73B48523C5}" destId="{865FC6F0-73BE-42CD-83D5-E64FBAB4E8AA}" srcOrd="0" destOrd="1" presId="urn:microsoft.com/office/officeart/2018/5/layout/CenteredIconLabelDescriptionList"/>
    <dgm:cxn modelId="{B63FB08C-7D93-475C-A4B0-E8A0E33DA254}" type="presOf" srcId="{B3C30459-DA25-4D63-8676-FF816F585370}" destId="{AA433DB2-54C9-4240-99B5-E6478BBFDDCE}" srcOrd="0" destOrd="0" presId="urn:microsoft.com/office/officeart/2018/5/layout/CenteredIconLabelDescriptionList"/>
    <dgm:cxn modelId="{33C32EAA-A324-491F-A848-5CCD40953341}" type="presOf" srcId="{CE10F540-CA8A-4BB1-8C51-48C63226762D}" destId="{865FC6F0-73BE-42CD-83D5-E64FBAB4E8AA}" srcOrd="0" destOrd="2" presId="urn:microsoft.com/office/officeart/2018/5/layout/CenteredIconLabelDescriptionList"/>
    <dgm:cxn modelId="{E36C5EBA-F2C8-4C04-9CA8-579B04A27BA2}" srcId="{B3C30459-DA25-4D63-8676-FF816F585370}" destId="{031C52CE-C494-4D35-A8DF-A4592A28A1B8}" srcOrd="2" destOrd="0" parTransId="{E4905DFD-6728-4546-B945-64DC4FB4C108}" sibTransId="{0F30D457-54BB-44D9-9426-611482A1E237}"/>
    <dgm:cxn modelId="{3F4AA3C0-4240-42EC-BB5C-957D84CE3291}" srcId="{6C6F2CFE-5633-40D8-9089-95C71F0FB6EA}" destId="{372469FF-F778-4E9D-AC6F-005DC0E0B302}" srcOrd="0" destOrd="0" parTransId="{F85D5DB5-DFCA-4C06-8C01-B163555EE2DF}" sibTransId="{F90BBBB9-FD5B-4EBD-94D3-BEB37289A180}"/>
    <dgm:cxn modelId="{A275D4D3-C8C5-4303-9F61-FC6666EF7A48}" type="presOf" srcId="{372469FF-F778-4E9D-AC6F-005DC0E0B302}" destId="{865FC6F0-73BE-42CD-83D5-E64FBAB4E8AA}" srcOrd="0" destOrd="0" presId="urn:microsoft.com/office/officeart/2018/5/layout/CenteredIconLabelDescriptionList"/>
    <dgm:cxn modelId="{FEAB3ADA-49E0-4A2B-8C63-C79A66121A67}" srcId="{777020FC-0BE2-4913-B6D1-534CB42DD7BC}" destId="{6C6F2CFE-5633-40D8-9089-95C71F0FB6EA}" srcOrd="3" destOrd="0" parTransId="{C4B8FD81-3BAA-4AD4-B671-CBC2DCE7E5B6}" sibTransId="{123A6122-10A1-4AD3-BE49-385FBFC52219}"/>
    <dgm:cxn modelId="{517B58E7-6D3B-42E0-B396-8D168C87AEB7}" type="presOf" srcId="{1AD96962-EDF3-428D-8299-3FE48B117F46}" destId="{A311E649-E7BD-4E17-BA5E-BEC011492D05}" srcOrd="0" destOrd="0" presId="urn:microsoft.com/office/officeart/2018/5/layout/CenteredIconLabelDescriptionList"/>
    <dgm:cxn modelId="{005069ED-89BC-48A1-80EA-D7656C5811C3}" srcId="{777020FC-0BE2-4913-B6D1-534CB42DD7BC}" destId="{E35D637C-9B03-4BA7-913A-6E1A3C68899C}" srcOrd="2" destOrd="0" parTransId="{27C270C6-7503-48D2-98DE-21F4100E971F}" sibTransId="{C3D0395F-67C3-4CBB-A234-3077F60D0E8D}"/>
    <dgm:cxn modelId="{4C8B57EE-2217-487B-95BD-0599DC695F51}" srcId="{B3C30459-DA25-4D63-8676-FF816F585370}" destId="{74BA113E-6970-4A54-A0B3-4C4E9101377C}" srcOrd="1" destOrd="0" parTransId="{D05C4BA1-68C0-48E6-90B3-6577D3457833}" sibTransId="{ABE192F1-9171-41C9-B6C9-36FA57EF3CDD}"/>
    <dgm:cxn modelId="{EF30BBEE-2DEE-4AAC-87E1-5EEF5751578D}" type="presOf" srcId="{777020FC-0BE2-4913-B6D1-534CB42DD7BC}" destId="{F2D23C94-FED3-4B78-9FFE-9869C32C5AA4}" srcOrd="0" destOrd="0" presId="urn:microsoft.com/office/officeart/2018/5/layout/CenteredIconLabelDescriptionList"/>
    <dgm:cxn modelId="{63DED7F1-796A-4905-8D74-0079FC01A18A}" srcId="{777020FC-0BE2-4913-B6D1-534CB42DD7BC}" destId="{B3C30459-DA25-4D63-8676-FF816F585370}" srcOrd="4" destOrd="0" parTransId="{FB74F4FA-8A56-4BD5-A0A5-518CCF3CCE13}" sibTransId="{02CF27B9-F434-45DF-A073-B0C0A6E599A4}"/>
    <dgm:cxn modelId="{C66895F4-43F9-48E4-92D4-7A93B06AE071}" type="presOf" srcId="{CC8CDB74-C20F-44FD-9B98-4F2D3F0AE0E0}" destId="{65254015-A4AC-4B01-BD15-B8414A285E16}" srcOrd="0" destOrd="0" presId="urn:microsoft.com/office/officeart/2018/5/layout/CenteredIconLabelDescriptionList"/>
    <dgm:cxn modelId="{11AE09D2-0819-4668-8318-03574F110973}" type="presParOf" srcId="{F2D23C94-FED3-4B78-9FFE-9869C32C5AA4}" destId="{B7480730-1F10-4160-9652-58EEA19EEE22}" srcOrd="0" destOrd="0" presId="urn:microsoft.com/office/officeart/2018/5/layout/CenteredIconLabelDescriptionList"/>
    <dgm:cxn modelId="{C3D71E17-6569-4163-8660-66ABB7C420C6}" type="presParOf" srcId="{B7480730-1F10-4160-9652-58EEA19EEE22}" destId="{CDFFA803-FFFF-45B3-91C3-BB670470D666}" srcOrd="0" destOrd="0" presId="urn:microsoft.com/office/officeart/2018/5/layout/CenteredIconLabelDescriptionList"/>
    <dgm:cxn modelId="{B50F3BB1-6B9C-44E9-B102-1E455691E655}" type="presParOf" srcId="{B7480730-1F10-4160-9652-58EEA19EEE22}" destId="{30433158-78EF-40FB-8B63-4FA87404FD79}" srcOrd="1" destOrd="0" presId="urn:microsoft.com/office/officeart/2018/5/layout/CenteredIconLabelDescriptionList"/>
    <dgm:cxn modelId="{A7E91731-8FD8-4199-B8CA-0765AAD1F167}" type="presParOf" srcId="{B7480730-1F10-4160-9652-58EEA19EEE22}" destId="{A311E649-E7BD-4E17-BA5E-BEC011492D05}" srcOrd="2" destOrd="0" presId="urn:microsoft.com/office/officeart/2018/5/layout/CenteredIconLabelDescriptionList"/>
    <dgm:cxn modelId="{742299EB-DA34-4732-A218-7C44AC528E2A}" type="presParOf" srcId="{B7480730-1F10-4160-9652-58EEA19EEE22}" destId="{00B999BA-1771-4EA7-83E7-3F213D67FBFF}" srcOrd="3" destOrd="0" presId="urn:microsoft.com/office/officeart/2018/5/layout/CenteredIconLabelDescriptionList"/>
    <dgm:cxn modelId="{55654D9B-7C35-41A6-BEDB-96CA4AB66D4A}" type="presParOf" srcId="{B7480730-1F10-4160-9652-58EEA19EEE22}" destId="{832AAEE4-0192-486D-B029-727C50A21DC7}" srcOrd="4" destOrd="0" presId="urn:microsoft.com/office/officeart/2018/5/layout/CenteredIconLabelDescriptionList"/>
    <dgm:cxn modelId="{14752B7F-B039-41D8-B683-599B2328DA9E}" type="presParOf" srcId="{F2D23C94-FED3-4B78-9FFE-9869C32C5AA4}" destId="{AF2A2FD7-53CE-4D66-97C4-B7CE53E75C86}" srcOrd="1" destOrd="0" presId="urn:microsoft.com/office/officeart/2018/5/layout/CenteredIconLabelDescriptionList"/>
    <dgm:cxn modelId="{A2E9471E-FAD6-4F5D-8D12-88E07093FD6F}" type="presParOf" srcId="{F2D23C94-FED3-4B78-9FFE-9869C32C5AA4}" destId="{BFC754B1-363B-4FF1-BBC1-C53162AA93F0}" srcOrd="2" destOrd="0" presId="urn:microsoft.com/office/officeart/2018/5/layout/CenteredIconLabelDescriptionList"/>
    <dgm:cxn modelId="{E0F33B6D-967F-4FC7-98B6-295AD6A72EBE}" type="presParOf" srcId="{BFC754B1-363B-4FF1-BBC1-C53162AA93F0}" destId="{AFED6A0B-FB49-40C9-9DD8-78B5DA51B732}" srcOrd="0" destOrd="0" presId="urn:microsoft.com/office/officeart/2018/5/layout/CenteredIconLabelDescriptionList"/>
    <dgm:cxn modelId="{80AA2BA9-F44A-4B8D-BD43-392A7ABBCF17}" type="presParOf" srcId="{BFC754B1-363B-4FF1-BBC1-C53162AA93F0}" destId="{F4D178E1-7075-49B1-A5B2-C4E14F9B8346}" srcOrd="1" destOrd="0" presId="urn:microsoft.com/office/officeart/2018/5/layout/CenteredIconLabelDescriptionList"/>
    <dgm:cxn modelId="{D92747FB-83FA-497A-BD32-E8F9EFB00DBE}" type="presParOf" srcId="{BFC754B1-363B-4FF1-BBC1-C53162AA93F0}" destId="{65254015-A4AC-4B01-BD15-B8414A285E16}" srcOrd="2" destOrd="0" presId="urn:microsoft.com/office/officeart/2018/5/layout/CenteredIconLabelDescriptionList"/>
    <dgm:cxn modelId="{0B05D6DF-BFC0-478E-A371-81A618360735}" type="presParOf" srcId="{BFC754B1-363B-4FF1-BBC1-C53162AA93F0}" destId="{C017E252-17B4-4CE3-AF80-552EB9A1C849}" srcOrd="3" destOrd="0" presId="urn:microsoft.com/office/officeart/2018/5/layout/CenteredIconLabelDescriptionList"/>
    <dgm:cxn modelId="{C249D9AE-E7A2-41EA-B0AA-3B39BD2ABD0D}" type="presParOf" srcId="{BFC754B1-363B-4FF1-BBC1-C53162AA93F0}" destId="{60B26573-AD1D-40B9-828C-BAA18997B808}" srcOrd="4" destOrd="0" presId="urn:microsoft.com/office/officeart/2018/5/layout/CenteredIconLabelDescriptionList"/>
    <dgm:cxn modelId="{FBB66A75-2DB1-4DEC-85E9-1AC2EA8B50C0}" type="presParOf" srcId="{F2D23C94-FED3-4B78-9FFE-9869C32C5AA4}" destId="{1A03DAA9-A624-4AA8-8113-1357598D8371}" srcOrd="3" destOrd="0" presId="urn:microsoft.com/office/officeart/2018/5/layout/CenteredIconLabelDescriptionList"/>
    <dgm:cxn modelId="{9CEB497F-E8B1-4797-983F-0E5159069C43}" type="presParOf" srcId="{F2D23C94-FED3-4B78-9FFE-9869C32C5AA4}" destId="{E4E92C88-CFAC-4371-AC22-959913697E08}" srcOrd="4" destOrd="0" presId="urn:microsoft.com/office/officeart/2018/5/layout/CenteredIconLabelDescriptionList"/>
    <dgm:cxn modelId="{7667A393-2EF0-4CDD-BA54-778709500E29}" type="presParOf" srcId="{E4E92C88-CFAC-4371-AC22-959913697E08}" destId="{A22681FE-6C2D-43ED-960F-8524503D0A8D}" srcOrd="0" destOrd="0" presId="urn:microsoft.com/office/officeart/2018/5/layout/CenteredIconLabelDescriptionList"/>
    <dgm:cxn modelId="{6B0FB7BD-74F1-4D5B-9E39-6E581404CACD}" type="presParOf" srcId="{E4E92C88-CFAC-4371-AC22-959913697E08}" destId="{F97D73AF-47C3-4006-A138-1FB9E89F19ED}" srcOrd="1" destOrd="0" presId="urn:microsoft.com/office/officeart/2018/5/layout/CenteredIconLabelDescriptionList"/>
    <dgm:cxn modelId="{59E68204-8A64-46AF-96BA-57B6D7C4B6D6}" type="presParOf" srcId="{E4E92C88-CFAC-4371-AC22-959913697E08}" destId="{C67A3DBF-6FFA-47CA-A38E-03825276969C}" srcOrd="2" destOrd="0" presId="urn:microsoft.com/office/officeart/2018/5/layout/CenteredIconLabelDescriptionList"/>
    <dgm:cxn modelId="{19E7A0E9-27F3-4914-878B-FA919C73B31F}" type="presParOf" srcId="{E4E92C88-CFAC-4371-AC22-959913697E08}" destId="{3AA173B8-F451-4514-B942-A1D3C59B7759}" srcOrd="3" destOrd="0" presId="urn:microsoft.com/office/officeart/2018/5/layout/CenteredIconLabelDescriptionList"/>
    <dgm:cxn modelId="{961916D3-200F-4E8A-82FC-B64910EA5E93}" type="presParOf" srcId="{E4E92C88-CFAC-4371-AC22-959913697E08}" destId="{EA226D6F-59A0-49F5-8599-F38C3A9060AA}" srcOrd="4" destOrd="0" presId="urn:microsoft.com/office/officeart/2018/5/layout/CenteredIconLabelDescriptionList"/>
    <dgm:cxn modelId="{5718F9AB-9A86-4769-BB36-876265CC47A6}" type="presParOf" srcId="{F2D23C94-FED3-4B78-9FFE-9869C32C5AA4}" destId="{DD2022B6-344D-4F0F-977D-842F35383DC4}" srcOrd="5" destOrd="0" presId="urn:microsoft.com/office/officeart/2018/5/layout/CenteredIconLabelDescriptionList"/>
    <dgm:cxn modelId="{B2040875-D59C-466F-9BA1-F50D3AF4CE96}" type="presParOf" srcId="{F2D23C94-FED3-4B78-9FFE-9869C32C5AA4}" destId="{10486275-285E-4474-AA39-F4D145A2BAEC}" srcOrd="6" destOrd="0" presId="urn:microsoft.com/office/officeart/2018/5/layout/CenteredIconLabelDescriptionList"/>
    <dgm:cxn modelId="{61807212-5DC1-4202-B2B4-BCBCA72840D9}" type="presParOf" srcId="{10486275-285E-4474-AA39-F4D145A2BAEC}" destId="{55CBD201-FD27-4B46-8669-C113BB99550C}" srcOrd="0" destOrd="0" presId="urn:microsoft.com/office/officeart/2018/5/layout/CenteredIconLabelDescriptionList"/>
    <dgm:cxn modelId="{91F29675-5235-4F8B-8451-8B743C109D8E}" type="presParOf" srcId="{10486275-285E-4474-AA39-F4D145A2BAEC}" destId="{E5ACBF5C-8CFD-4CC7-A082-8A925AF0C6F5}" srcOrd="1" destOrd="0" presId="urn:microsoft.com/office/officeart/2018/5/layout/CenteredIconLabelDescriptionList"/>
    <dgm:cxn modelId="{14C73399-4452-4AD9-A2A6-EBF689A33EE3}" type="presParOf" srcId="{10486275-285E-4474-AA39-F4D145A2BAEC}" destId="{9F696402-5061-4E2F-B9F8-D5A6FAD475EF}" srcOrd="2" destOrd="0" presId="urn:microsoft.com/office/officeart/2018/5/layout/CenteredIconLabelDescriptionList"/>
    <dgm:cxn modelId="{6992143F-71FE-42EE-B31E-4E2C03427AF1}" type="presParOf" srcId="{10486275-285E-4474-AA39-F4D145A2BAEC}" destId="{7C85175B-053E-4D76-A190-E52B7E5AFDE5}" srcOrd="3" destOrd="0" presId="urn:microsoft.com/office/officeart/2018/5/layout/CenteredIconLabelDescriptionList"/>
    <dgm:cxn modelId="{43818541-DFAD-432B-AEB7-89B6BC8CAACE}" type="presParOf" srcId="{10486275-285E-4474-AA39-F4D145A2BAEC}" destId="{865FC6F0-73BE-42CD-83D5-E64FBAB4E8AA}" srcOrd="4" destOrd="0" presId="urn:microsoft.com/office/officeart/2018/5/layout/CenteredIconLabelDescriptionList"/>
    <dgm:cxn modelId="{D4F01FC6-D13C-4588-A74B-A8BF9969B049}" type="presParOf" srcId="{F2D23C94-FED3-4B78-9FFE-9869C32C5AA4}" destId="{F2904332-79DE-425A-9D2D-095E8602351B}" srcOrd="7" destOrd="0" presId="urn:microsoft.com/office/officeart/2018/5/layout/CenteredIconLabelDescriptionList"/>
    <dgm:cxn modelId="{BE6C2482-362A-4BC6-AB21-9EEC00F45695}" type="presParOf" srcId="{F2D23C94-FED3-4B78-9FFE-9869C32C5AA4}" destId="{978B035B-D315-42ED-AE1B-D4426264C9CE}" srcOrd="8" destOrd="0" presId="urn:microsoft.com/office/officeart/2018/5/layout/CenteredIconLabelDescriptionList"/>
    <dgm:cxn modelId="{8B3F450A-2C01-4E59-BE11-5AFBF29CE521}" type="presParOf" srcId="{978B035B-D315-42ED-AE1B-D4426264C9CE}" destId="{68C31121-598D-4EB8-B7A5-E90C087604AD}" srcOrd="0" destOrd="0" presId="urn:microsoft.com/office/officeart/2018/5/layout/CenteredIconLabelDescriptionList"/>
    <dgm:cxn modelId="{13611FFA-3EB1-4704-ACDD-3034B352175D}" type="presParOf" srcId="{978B035B-D315-42ED-AE1B-D4426264C9CE}" destId="{9BB95771-8DC4-40D1-9EF2-B4D235F4D5C5}" srcOrd="1" destOrd="0" presId="urn:microsoft.com/office/officeart/2018/5/layout/CenteredIconLabelDescriptionList"/>
    <dgm:cxn modelId="{6BA7E098-BC17-4DDD-9A51-10AACFE369C2}" type="presParOf" srcId="{978B035B-D315-42ED-AE1B-D4426264C9CE}" destId="{AA433DB2-54C9-4240-99B5-E6478BBFDDCE}" srcOrd="2" destOrd="0" presId="urn:microsoft.com/office/officeart/2018/5/layout/CenteredIconLabelDescriptionList"/>
    <dgm:cxn modelId="{A10D53E4-68C1-4FFD-AED7-196A09CE1121}" type="presParOf" srcId="{978B035B-D315-42ED-AE1B-D4426264C9CE}" destId="{0F77104F-2022-498C-B336-1129D66F7F83}" srcOrd="3" destOrd="0" presId="urn:microsoft.com/office/officeart/2018/5/layout/CenteredIconLabelDescriptionList"/>
    <dgm:cxn modelId="{5342BFFA-1045-4E18-A8AA-FC1888925012}" type="presParOf" srcId="{978B035B-D315-42ED-AE1B-D4426264C9CE}" destId="{E3F52670-AEBA-41F9-8BD7-518EA6CE29B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4A67CD-80E2-4F63-A5DE-605AA01639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43F7D69-7A91-4028-A162-56411816EB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Bitwise Confusion:</a:t>
          </a:r>
          <a:r>
            <a:rPr lang="en-US" b="0" i="0" baseline="0"/>
            <a:t> At first, ~</a:t>
          </a:r>
          <a:r>
            <a:rPr lang="en-US" b="0" i="0" baseline="0" err="1"/>
            <a:t>i</a:t>
          </a:r>
          <a:r>
            <a:rPr lang="en-US" b="0" i="0" baseline="0"/>
            <a:t> and </a:t>
          </a:r>
          <a:r>
            <a:rPr lang="en-US" b="0" i="0" baseline="0" err="1"/>
            <a:t>i</a:t>
          </a:r>
          <a:r>
            <a:rPr lang="en-US" b="0" i="0" baseline="0"/>
            <a:t> ^ 0xFF felt like magic spells. We drew diagrams on paper to visualize how bits flipped back.</a:t>
          </a:r>
          <a:endParaRPr lang="en-US"/>
        </a:p>
      </dgm:t>
    </dgm:pt>
    <dgm:pt modelId="{3FE2967E-A089-448D-9B8C-C19C9BB07BAD}" type="parTrans" cxnId="{723AFEBC-04BB-4E0B-96C1-A3A8BCDAE86A}">
      <dgm:prSet/>
      <dgm:spPr/>
      <dgm:t>
        <a:bodyPr/>
        <a:lstStyle/>
        <a:p>
          <a:endParaRPr lang="en-US"/>
        </a:p>
      </dgm:t>
    </dgm:pt>
    <dgm:pt modelId="{F9AC692D-7B1F-4332-BAB0-001E8E83FC0E}" type="sibTrans" cxnId="{723AFEBC-04BB-4E0B-96C1-A3A8BCDAE86A}">
      <dgm:prSet/>
      <dgm:spPr/>
      <dgm:t>
        <a:bodyPr/>
        <a:lstStyle/>
        <a:p>
          <a:endParaRPr lang="en-US"/>
        </a:p>
      </dgm:t>
    </dgm:pt>
    <dgm:pt modelId="{E5171882-7731-4E78-B6FB-A49F53F7BC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Order Matters:</a:t>
          </a:r>
          <a:r>
            <a:rPr lang="en-US" b="0" i="0" baseline="0"/>
            <a:t> We accidentally reversed before XOR one time—and the letters didn’t match. So, we added comments in our code to fix the sequence.</a:t>
          </a:r>
          <a:endParaRPr lang="en-US"/>
        </a:p>
      </dgm:t>
    </dgm:pt>
    <dgm:pt modelId="{00134C9B-3886-4FCA-A83D-259732B4C34D}" type="parTrans" cxnId="{52406D41-139B-4DA5-9361-2EF1A646CE4A}">
      <dgm:prSet/>
      <dgm:spPr/>
      <dgm:t>
        <a:bodyPr/>
        <a:lstStyle/>
        <a:p>
          <a:endParaRPr lang="en-US"/>
        </a:p>
      </dgm:t>
    </dgm:pt>
    <dgm:pt modelId="{1462D1A0-9B6E-4334-9A28-FF9540913209}" type="sibTrans" cxnId="{52406D41-139B-4DA5-9361-2EF1A646CE4A}">
      <dgm:prSet/>
      <dgm:spPr/>
      <dgm:t>
        <a:bodyPr/>
        <a:lstStyle/>
        <a:p>
          <a:endParaRPr lang="en-US"/>
        </a:p>
      </dgm:t>
    </dgm:pt>
    <dgm:pt modelId="{734F6AA4-3F97-46AA-896B-492FADAA83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Time Pressure:</a:t>
          </a:r>
          <a:r>
            <a:rPr lang="en-US" b="0" i="0" baseline="0"/>
            <a:t> With the clock ticking, we split tasks—two people debugged code, one wrote notes, one prepared the demo script—and that kept us calm under fire.</a:t>
          </a:r>
          <a:endParaRPr lang="en-US"/>
        </a:p>
      </dgm:t>
    </dgm:pt>
    <dgm:pt modelId="{0EE2075C-8095-4F2D-A7BA-ADCD6AC6E377}" type="parTrans" cxnId="{6EEAAA84-CF84-4C63-80A5-DE113E5271B3}">
      <dgm:prSet/>
      <dgm:spPr/>
      <dgm:t>
        <a:bodyPr/>
        <a:lstStyle/>
        <a:p>
          <a:endParaRPr lang="en-US"/>
        </a:p>
      </dgm:t>
    </dgm:pt>
    <dgm:pt modelId="{D16BDDE1-359C-403E-966B-46864397B692}" type="sibTrans" cxnId="{6EEAAA84-CF84-4C63-80A5-DE113E5271B3}">
      <dgm:prSet/>
      <dgm:spPr/>
      <dgm:t>
        <a:bodyPr/>
        <a:lstStyle/>
        <a:p>
          <a:endParaRPr lang="en-US"/>
        </a:p>
      </dgm:t>
    </dgm:pt>
    <dgm:pt modelId="{EE6D672C-251B-47B8-8981-AFECF7622E0C}" type="pres">
      <dgm:prSet presAssocID="{BD4A67CD-80E2-4F63-A5DE-605AA0163923}" presName="root" presStyleCnt="0">
        <dgm:presLayoutVars>
          <dgm:dir/>
          <dgm:resizeHandles val="exact"/>
        </dgm:presLayoutVars>
      </dgm:prSet>
      <dgm:spPr/>
    </dgm:pt>
    <dgm:pt modelId="{7F463E1C-9CC8-4225-A8FF-8A7852FCBFD0}" type="pres">
      <dgm:prSet presAssocID="{743F7D69-7A91-4028-A162-56411816EB8F}" presName="compNode" presStyleCnt="0"/>
      <dgm:spPr/>
    </dgm:pt>
    <dgm:pt modelId="{8FDDEC96-E4CB-4A9A-BF9F-0CDFDBDCA9D2}" type="pres">
      <dgm:prSet presAssocID="{743F7D69-7A91-4028-A162-56411816EB8F}" presName="bgRect" presStyleLbl="bgShp" presStyleIdx="0" presStyleCnt="3"/>
      <dgm:spPr/>
    </dgm:pt>
    <dgm:pt modelId="{57182D84-AE49-4548-A0EF-3B9311F81E54}" type="pres">
      <dgm:prSet presAssocID="{743F7D69-7A91-4028-A162-56411816EB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836ADEF-5A59-4839-9054-382135036B57}" type="pres">
      <dgm:prSet presAssocID="{743F7D69-7A91-4028-A162-56411816EB8F}" presName="spaceRect" presStyleCnt="0"/>
      <dgm:spPr/>
    </dgm:pt>
    <dgm:pt modelId="{E9B4F0A5-F9E3-4952-880C-923502AA9F39}" type="pres">
      <dgm:prSet presAssocID="{743F7D69-7A91-4028-A162-56411816EB8F}" presName="parTx" presStyleLbl="revTx" presStyleIdx="0" presStyleCnt="3" custScaleX="122534" custLinFactNeighborX="-7990" custLinFactNeighborY="-1373">
        <dgm:presLayoutVars>
          <dgm:chMax val="0"/>
          <dgm:chPref val="0"/>
        </dgm:presLayoutVars>
      </dgm:prSet>
      <dgm:spPr/>
    </dgm:pt>
    <dgm:pt modelId="{818E4C14-5C23-49E1-8BA7-4478CB594854}" type="pres">
      <dgm:prSet presAssocID="{F9AC692D-7B1F-4332-BAB0-001E8E83FC0E}" presName="sibTrans" presStyleCnt="0"/>
      <dgm:spPr/>
    </dgm:pt>
    <dgm:pt modelId="{8134D163-276F-41A9-BB54-A72C38E299ED}" type="pres">
      <dgm:prSet presAssocID="{E5171882-7731-4E78-B6FB-A49F53F7BC17}" presName="compNode" presStyleCnt="0"/>
      <dgm:spPr/>
    </dgm:pt>
    <dgm:pt modelId="{0FEFCA33-04D7-4F9D-9502-F9F67E76268D}" type="pres">
      <dgm:prSet presAssocID="{E5171882-7731-4E78-B6FB-A49F53F7BC17}" presName="bgRect" presStyleLbl="bgShp" presStyleIdx="1" presStyleCnt="3"/>
      <dgm:spPr/>
    </dgm:pt>
    <dgm:pt modelId="{E87970E4-85A1-4135-9286-7957D18FCFC7}" type="pres">
      <dgm:prSet presAssocID="{E5171882-7731-4E78-B6FB-A49F53F7BC1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3C9D6CC-E95A-4761-B9FC-77682DD0B163}" type="pres">
      <dgm:prSet presAssocID="{E5171882-7731-4E78-B6FB-A49F53F7BC17}" presName="spaceRect" presStyleCnt="0"/>
      <dgm:spPr/>
    </dgm:pt>
    <dgm:pt modelId="{5A5CFE0E-581B-4339-83DB-98915D6A62F8}" type="pres">
      <dgm:prSet presAssocID="{E5171882-7731-4E78-B6FB-A49F53F7BC17}" presName="parTx" presStyleLbl="revTx" presStyleIdx="1" presStyleCnt="3" custScaleX="114330" custLinFactNeighborX="-8661" custLinFactNeighborY="-591">
        <dgm:presLayoutVars>
          <dgm:chMax val="0"/>
          <dgm:chPref val="0"/>
        </dgm:presLayoutVars>
      </dgm:prSet>
      <dgm:spPr/>
    </dgm:pt>
    <dgm:pt modelId="{303538C2-A4E0-4F98-A714-F7D94100BF80}" type="pres">
      <dgm:prSet presAssocID="{1462D1A0-9B6E-4334-9A28-FF9540913209}" presName="sibTrans" presStyleCnt="0"/>
      <dgm:spPr/>
    </dgm:pt>
    <dgm:pt modelId="{940676E6-72A9-4E3E-AD8B-D7A27F677E52}" type="pres">
      <dgm:prSet presAssocID="{734F6AA4-3F97-46AA-896B-492FADAA83DD}" presName="compNode" presStyleCnt="0"/>
      <dgm:spPr/>
    </dgm:pt>
    <dgm:pt modelId="{CEFF8567-8876-4274-B01D-6A78AFC71DD0}" type="pres">
      <dgm:prSet presAssocID="{734F6AA4-3F97-46AA-896B-492FADAA83DD}" presName="bgRect" presStyleLbl="bgShp" presStyleIdx="2" presStyleCnt="3" custLinFactNeighborX="-1051" custLinFactNeighborY="557"/>
      <dgm:spPr/>
    </dgm:pt>
    <dgm:pt modelId="{93AAA5ED-AA52-4E60-A1AE-B0FB4C0B4572}" type="pres">
      <dgm:prSet presAssocID="{734F6AA4-3F97-46AA-896B-492FADAA83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F4F8BDE-C429-4716-AFB8-8A3406E8E8E7}" type="pres">
      <dgm:prSet presAssocID="{734F6AA4-3F97-46AA-896B-492FADAA83DD}" presName="spaceRect" presStyleCnt="0"/>
      <dgm:spPr/>
    </dgm:pt>
    <dgm:pt modelId="{7E7A54E6-5DB7-4753-9E1B-72003923D78E}" type="pres">
      <dgm:prSet presAssocID="{734F6AA4-3F97-46AA-896B-492FADAA83DD}" presName="parTx" presStyleLbl="revTx" presStyleIdx="2" presStyleCnt="3" custScaleX="114982" custLinFactNeighborX="-9730" custLinFactNeighborY="557">
        <dgm:presLayoutVars>
          <dgm:chMax val="0"/>
          <dgm:chPref val="0"/>
        </dgm:presLayoutVars>
      </dgm:prSet>
      <dgm:spPr/>
    </dgm:pt>
  </dgm:ptLst>
  <dgm:cxnLst>
    <dgm:cxn modelId="{0F132701-6D2F-431E-B059-E26259ACA967}" type="presOf" srcId="{743F7D69-7A91-4028-A162-56411816EB8F}" destId="{E9B4F0A5-F9E3-4952-880C-923502AA9F39}" srcOrd="0" destOrd="0" presId="urn:microsoft.com/office/officeart/2018/2/layout/IconVerticalSolidList"/>
    <dgm:cxn modelId="{52406D41-139B-4DA5-9361-2EF1A646CE4A}" srcId="{BD4A67CD-80E2-4F63-A5DE-605AA0163923}" destId="{E5171882-7731-4E78-B6FB-A49F53F7BC17}" srcOrd="1" destOrd="0" parTransId="{00134C9B-3886-4FCA-A83D-259732B4C34D}" sibTransId="{1462D1A0-9B6E-4334-9A28-FF9540913209}"/>
    <dgm:cxn modelId="{1544EB69-3062-4C23-8B0A-82387C8CB459}" type="presOf" srcId="{734F6AA4-3F97-46AA-896B-492FADAA83DD}" destId="{7E7A54E6-5DB7-4753-9E1B-72003923D78E}" srcOrd="0" destOrd="0" presId="urn:microsoft.com/office/officeart/2018/2/layout/IconVerticalSolidList"/>
    <dgm:cxn modelId="{7CED096D-96A7-4C20-9B16-04EB679518F6}" type="presOf" srcId="{BD4A67CD-80E2-4F63-A5DE-605AA0163923}" destId="{EE6D672C-251B-47B8-8981-AFECF7622E0C}" srcOrd="0" destOrd="0" presId="urn:microsoft.com/office/officeart/2018/2/layout/IconVerticalSolidList"/>
    <dgm:cxn modelId="{6EEAAA84-CF84-4C63-80A5-DE113E5271B3}" srcId="{BD4A67CD-80E2-4F63-A5DE-605AA0163923}" destId="{734F6AA4-3F97-46AA-896B-492FADAA83DD}" srcOrd="2" destOrd="0" parTransId="{0EE2075C-8095-4F2D-A7BA-ADCD6AC6E377}" sibTransId="{D16BDDE1-359C-403E-966B-46864397B692}"/>
    <dgm:cxn modelId="{723AFEBC-04BB-4E0B-96C1-A3A8BCDAE86A}" srcId="{BD4A67CD-80E2-4F63-A5DE-605AA0163923}" destId="{743F7D69-7A91-4028-A162-56411816EB8F}" srcOrd="0" destOrd="0" parTransId="{3FE2967E-A089-448D-9B8C-C19C9BB07BAD}" sibTransId="{F9AC692D-7B1F-4332-BAB0-001E8E83FC0E}"/>
    <dgm:cxn modelId="{37DE86C9-EC62-4B27-9852-FFBCAAB39779}" type="presOf" srcId="{E5171882-7731-4E78-B6FB-A49F53F7BC17}" destId="{5A5CFE0E-581B-4339-83DB-98915D6A62F8}" srcOrd="0" destOrd="0" presId="urn:microsoft.com/office/officeart/2018/2/layout/IconVerticalSolidList"/>
    <dgm:cxn modelId="{1268E1D7-5C90-49F5-B93E-83384F77F022}" type="presParOf" srcId="{EE6D672C-251B-47B8-8981-AFECF7622E0C}" destId="{7F463E1C-9CC8-4225-A8FF-8A7852FCBFD0}" srcOrd="0" destOrd="0" presId="urn:microsoft.com/office/officeart/2018/2/layout/IconVerticalSolidList"/>
    <dgm:cxn modelId="{13969EB0-FEA5-4372-A042-7B05A114958F}" type="presParOf" srcId="{7F463E1C-9CC8-4225-A8FF-8A7852FCBFD0}" destId="{8FDDEC96-E4CB-4A9A-BF9F-0CDFDBDCA9D2}" srcOrd="0" destOrd="0" presId="urn:microsoft.com/office/officeart/2018/2/layout/IconVerticalSolidList"/>
    <dgm:cxn modelId="{2AEB1C44-6AB7-4B8A-8BB3-CACDCD63AF0C}" type="presParOf" srcId="{7F463E1C-9CC8-4225-A8FF-8A7852FCBFD0}" destId="{57182D84-AE49-4548-A0EF-3B9311F81E54}" srcOrd="1" destOrd="0" presId="urn:microsoft.com/office/officeart/2018/2/layout/IconVerticalSolidList"/>
    <dgm:cxn modelId="{EB50E948-0401-4733-BB33-60FAC469C394}" type="presParOf" srcId="{7F463E1C-9CC8-4225-A8FF-8A7852FCBFD0}" destId="{B836ADEF-5A59-4839-9054-382135036B57}" srcOrd="2" destOrd="0" presId="urn:microsoft.com/office/officeart/2018/2/layout/IconVerticalSolidList"/>
    <dgm:cxn modelId="{D42D97A4-5E16-49F6-B569-0196F998485C}" type="presParOf" srcId="{7F463E1C-9CC8-4225-A8FF-8A7852FCBFD0}" destId="{E9B4F0A5-F9E3-4952-880C-923502AA9F39}" srcOrd="3" destOrd="0" presId="urn:microsoft.com/office/officeart/2018/2/layout/IconVerticalSolidList"/>
    <dgm:cxn modelId="{D266F452-92F5-46F3-8722-01BC3F8BD464}" type="presParOf" srcId="{EE6D672C-251B-47B8-8981-AFECF7622E0C}" destId="{818E4C14-5C23-49E1-8BA7-4478CB594854}" srcOrd="1" destOrd="0" presId="urn:microsoft.com/office/officeart/2018/2/layout/IconVerticalSolidList"/>
    <dgm:cxn modelId="{FFD93742-36E9-4CEA-854D-F78F8735692D}" type="presParOf" srcId="{EE6D672C-251B-47B8-8981-AFECF7622E0C}" destId="{8134D163-276F-41A9-BB54-A72C38E299ED}" srcOrd="2" destOrd="0" presId="urn:microsoft.com/office/officeart/2018/2/layout/IconVerticalSolidList"/>
    <dgm:cxn modelId="{51CB79AB-492F-4C17-B75E-4BD18FB4EA49}" type="presParOf" srcId="{8134D163-276F-41A9-BB54-A72C38E299ED}" destId="{0FEFCA33-04D7-4F9D-9502-F9F67E76268D}" srcOrd="0" destOrd="0" presId="urn:microsoft.com/office/officeart/2018/2/layout/IconVerticalSolidList"/>
    <dgm:cxn modelId="{0862D61B-3EA4-4DFB-BC25-36A4BC4F83ED}" type="presParOf" srcId="{8134D163-276F-41A9-BB54-A72C38E299ED}" destId="{E87970E4-85A1-4135-9286-7957D18FCFC7}" srcOrd="1" destOrd="0" presId="urn:microsoft.com/office/officeart/2018/2/layout/IconVerticalSolidList"/>
    <dgm:cxn modelId="{7574D427-F514-48CE-8128-BDEC7DECD706}" type="presParOf" srcId="{8134D163-276F-41A9-BB54-A72C38E299ED}" destId="{83C9D6CC-E95A-4761-B9FC-77682DD0B163}" srcOrd="2" destOrd="0" presId="urn:microsoft.com/office/officeart/2018/2/layout/IconVerticalSolidList"/>
    <dgm:cxn modelId="{9497E95D-E20F-4E81-BB55-0219807C07FC}" type="presParOf" srcId="{8134D163-276F-41A9-BB54-A72C38E299ED}" destId="{5A5CFE0E-581B-4339-83DB-98915D6A62F8}" srcOrd="3" destOrd="0" presId="urn:microsoft.com/office/officeart/2018/2/layout/IconVerticalSolidList"/>
    <dgm:cxn modelId="{4AE315D7-873B-47A1-B559-96475EC52D51}" type="presParOf" srcId="{EE6D672C-251B-47B8-8981-AFECF7622E0C}" destId="{303538C2-A4E0-4F98-A714-F7D94100BF80}" srcOrd="3" destOrd="0" presId="urn:microsoft.com/office/officeart/2018/2/layout/IconVerticalSolidList"/>
    <dgm:cxn modelId="{0E0158D3-3397-41C3-98B5-4473A66BAEB7}" type="presParOf" srcId="{EE6D672C-251B-47B8-8981-AFECF7622E0C}" destId="{940676E6-72A9-4E3E-AD8B-D7A27F677E52}" srcOrd="4" destOrd="0" presId="urn:microsoft.com/office/officeart/2018/2/layout/IconVerticalSolidList"/>
    <dgm:cxn modelId="{FD691498-2F83-453C-84C6-CFB8796B0D41}" type="presParOf" srcId="{940676E6-72A9-4E3E-AD8B-D7A27F677E52}" destId="{CEFF8567-8876-4274-B01D-6A78AFC71DD0}" srcOrd="0" destOrd="0" presId="urn:microsoft.com/office/officeart/2018/2/layout/IconVerticalSolidList"/>
    <dgm:cxn modelId="{9E2E2923-8C88-4040-90EE-58B767E0A9CE}" type="presParOf" srcId="{940676E6-72A9-4E3E-AD8B-D7A27F677E52}" destId="{93AAA5ED-AA52-4E60-A1AE-B0FB4C0B4572}" srcOrd="1" destOrd="0" presId="urn:microsoft.com/office/officeart/2018/2/layout/IconVerticalSolidList"/>
    <dgm:cxn modelId="{CA840327-F20A-4F66-AC7C-48BAFDCC2F94}" type="presParOf" srcId="{940676E6-72A9-4E3E-AD8B-D7A27F677E52}" destId="{DF4F8BDE-C429-4716-AFB8-8A3406E8E8E7}" srcOrd="2" destOrd="0" presId="urn:microsoft.com/office/officeart/2018/2/layout/IconVerticalSolidList"/>
    <dgm:cxn modelId="{8D40CE03-F690-48C9-BC8A-0FBDB32208C5}" type="presParOf" srcId="{940676E6-72A9-4E3E-AD8B-D7A27F677E52}" destId="{7E7A54E6-5DB7-4753-9E1B-72003923D78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9330EA-53D9-4166-9F53-0AAC5FE4BF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92C51B-74EA-4B86-AEBA-53F53AC171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Even a scary-looking puzzle can be tamed by breaking it into tiny steps.</a:t>
          </a:r>
          <a:endParaRPr lang="en-US" dirty="0"/>
        </a:p>
      </dgm:t>
    </dgm:pt>
    <dgm:pt modelId="{582DB279-33B0-4664-B345-5C4E8B33D587}" type="parTrans" cxnId="{0738FF33-D843-4E51-9479-E92645A7875C}">
      <dgm:prSet/>
      <dgm:spPr/>
      <dgm:t>
        <a:bodyPr/>
        <a:lstStyle/>
        <a:p>
          <a:endParaRPr lang="en-US"/>
        </a:p>
      </dgm:t>
    </dgm:pt>
    <dgm:pt modelId="{F6AEC74E-EB43-46F7-ACFC-894100043991}" type="sibTrans" cxnId="{0738FF33-D843-4E51-9479-E92645A7875C}">
      <dgm:prSet/>
      <dgm:spPr/>
      <dgm:t>
        <a:bodyPr/>
        <a:lstStyle/>
        <a:p>
          <a:endParaRPr lang="en-US"/>
        </a:p>
      </dgm:t>
    </dgm:pt>
    <dgm:pt modelId="{10071E98-BC58-4301-96BC-38F368F4CA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Teaching each other (and explaining things in simple terms) made everyone stronger.</a:t>
          </a:r>
          <a:endParaRPr lang="en-US" dirty="0"/>
        </a:p>
      </dgm:t>
    </dgm:pt>
    <dgm:pt modelId="{704D418D-3899-4509-A9E7-D6012D8EECC9}" type="parTrans" cxnId="{4164A22B-F8E1-4E0C-AADC-33E278B55794}">
      <dgm:prSet/>
      <dgm:spPr/>
      <dgm:t>
        <a:bodyPr/>
        <a:lstStyle/>
        <a:p>
          <a:endParaRPr lang="en-US"/>
        </a:p>
      </dgm:t>
    </dgm:pt>
    <dgm:pt modelId="{13536EA7-6D3D-49EE-817A-51A538C5974F}" type="sibTrans" cxnId="{4164A22B-F8E1-4E0C-AADC-33E278B55794}">
      <dgm:prSet/>
      <dgm:spPr/>
      <dgm:t>
        <a:bodyPr/>
        <a:lstStyle/>
        <a:p>
          <a:endParaRPr lang="en-US"/>
        </a:p>
      </dgm:t>
    </dgm:pt>
    <dgm:pt modelId="{8415AA48-35E9-49A9-802B-4BB00B5A74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We won’t forget the thrill of seeing the final flag appear just like finding the hidden treasure at the end of a map!</a:t>
          </a:r>
          <a:endParaRPr lang="en-US" dirty="0"/>
        </a:p>
      </dgm:t>
    </dgm:pt>
    <dgm:pt modelId="{27DA67FE-2FBF-4891-B3C5-A54F12A6C804}" type="parTrans" cxnId="{FCCA4F12-DA57-496A-A496-031BA7F78227}">
      <dgm:prSet/>
      <dgm:spPr/>
      <dgm:t>
        <a:bodyPr/>
        <a:lstStyle/>
        <a:p>
          <a:endParaRPr lang="en-US"/>
        </a:p>
      </dgm:t>
    </dgm:pt>
    <dgm:pt modelId="{7E4EEF3D-87DF-4D1C-9528-F02D82F3CCD9}" type="sibTrans" cxnId="{FCCA4F12-DA57-496A-A496-031BA7F78227}">
      <dgm:prSet/>
      <dgm:spPr/>
      <dgm:t>
        <a:bodyPr/>
        <a:lstStyle/>
        <a:p>
          <a:endParaRPr lang="en-US"/>
        </a:p>
      </dgm:t>
    </dgm:pt>
    <dgm:pt modelId="{EB4BFB33-7B7C-4413-872F-64F560773BE1}" type="pres">
      <dgm:prSet presAssocID="{F79330EA-53D9-4166-9F53-0AAC5FE4BF74}" presName="root" presStyleCnt="0">
        <dgm:presLayoutVars>
          <dgm:dir/>
          <dgm:resizeHandles val="exact"/>
        </dgm:presLayoutVars>
      </dgm:prSet>
      <dgm:spPr/>
    </dgm:pt>
    <dgm:pt modelId="{7C22B39B-8306-466F-931D-D43CD814634F}" type="pres">
      <dgm:prSet presAssocID="{DD92C51B-74EA-4B86-AEBA-53F53AC171F2}" presName="compNode" presStyleCnt="0"/>
      <dgm:spPr/>
    </dgm:pt>
    <dgm:pt modelId="{CA789311-2DD4-4C3B-A6C2-22FC0E10371C}" type="pres">
      <dgm:prSet presAssocID="{DD92C51B-74EA-4B86-AEBA-53F53AC171F2}" presName="bgRect" presStyleLbl="bgShp" presStyleIdx="0" presStyleCnt="3"/>
      <dgm:spPr/>
    </dgm:pt>
    <dgm:pt modelId="{4BAD4D9D-1388-40E5-990B-2CA20001B560}" type="pres">
      <dgm:prSet presAssocID="{DD92C51B-74EA-4B86-AEBA-53F53AC171F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4890BDB9-7A28-475B-8D9C-A440604171E2}" type="pres">
      <dgm:prSet presAssocID="{DD92C51B-74EA-4B86-AEBA-53F53AC171F2}" presName="spaceRect" presStyleCnt="0"/>
      <dgm:spPr/>
    </dgm:pt>
    <dgm:pt modelId="{DCE55BED-C693-41AB-BC8B-DE50F3BFAB4C}" type="pres">
      <dgm:prSet presAssocID="{DD92C51B-74EA-4B86-AEBA-53F53AC171F2}" presName="parTx" presStyleLbl="revTx" presStyleIdx="0" presStyleCnt="3">
        <dgm:presLayoutVars>
          <dgm:chMax val="0"/>
          <dgm:chPref val="0"/>
        </dgm:presLayoutVars>
      </dgm:prSet>
      <dgm:spPr/>
    </dgm:pt>
    <dgm:pt modelId="{5A98AF42-EB02-4BC5-8670-FA6BEAFC244A}" type="pres">
      <dgm:prSet presAssocID="{F6AEC74E-EB43-46F7-ACFC-894100043991}" presName="sibTrans" presStyleCnt="0"/>
      <dgm:spPr/>
    </dgm:pt>
    <dgm:pt modelId="{1E109088-D93B-4ED3-9A7E-028B698FF4E5}" type="pres">
      <dgm:prSet presAssocID="{10071E98-BC58-4301-96BC-38F368F4CA8A}" presName="compNode" presStyleCnt="0"/>
      <dgm:spPr/>
    </dgm:pt>
    <dgm:pt modelId="{15EE50DD-4C2C-4D07-9ACA-B759367158D2}" type="pres">
      <dgm:prSet presAssocID="{10071E98-BC58-4301-96BC-38F368F4CA8A}" presName="bgRect" presStyleLbl="bgShp" presStyleIdx="1" presStyleCnt="3"/>
      <dgm:spPr/>
    </dgm:pt>
    <dgm:pt modelId="{EBE51782-24FB-4541-9983-3BBB2547EB0B}" type="pres">
      <dgm:prSet presAssocID="{10071E98-BC58-4301-96BC-38F368F4CA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09E677DB-CFA3-4445-AEE1-15F0D540A728}" type="pres">
      <dgm:prSet presAssocID="{10071E98-BC58-4301-96BC-38F368F4CA8A}" presName="spaceRect" presStyleCnt="0"/>
      <dgm:spPr/>
    </dgm:pt>
    <dgm:pt modelId="{AF758CF6-FEC9-40B5-8C1E-3DE99E397EFF}" type="pres">
      <dgm:prSet presAssocID="{10071E98-BC58-4301-96BC-38F368F4CA8A}" presName="parTx" presStyleLbl="revTx" presStyleIdx="1" presStyleCnt="3">
        <dgm:presLayoutVars>
          <dgm:chMax val="0"/>
          <dgm:chPref val="0"/>
        </dgm:presLayoutVars>
      </dgm:prSet>
      <dgm:spPr/>
    </dgm:pt>
    <dgm:pt modelId="{ED33FCAB-30E0-4FA0-86F2-11767CB3BC38}" type="pres">
      <dgm:prSet presAssocID="{13536EA7-6D3D-49EE-817A-51A538C5974F}" presName="sibTrans" presStyleCnt="0"/>
      <dgm:spPr/>
    </dgm:pt>
    <dgm:pt modelId="{12F77D42-8589-4E19-92CA-0988D8ABCD47}" type="pres">
      <dgm:prSet presAssocID="{8415AA48-35E9-49A9-802B-4BB00B5A748E}" presName="compNode" presStyleCnt="0"/>
      <dgm:spPr/>
    </dgm:pt>
    <dgm:pt modelId="{4F0119BD-5363-4155-95A0-A1C6E69EBA52}" type="pres">
      <dgm:prSet presAssocID="{8415AA48-35E9-49A9-802B-4BB00B5A748E}" presName="bgRect" presStyleLbl="bgShp" presStyleIdx="2" presStyleCnt="3"/>
      <dgm:spPr/>
    </dgm:pt>
    <dgm:pt modelId="{2A036F73-4D86-4D1D-8820-947EC163F518}" type="pres">
      <dgm:prSet presAssocID="{8415AA48-35E9-49A9-802B-4BB00B5A748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DDFA8F3D-644F-4DB0-BF39-8C811CF77A34}" type="pres">
      <dgm:prSet presAssocID="{8415AA48-35E9-49A9-802B-4BB00B5A748E}" presName="spaceRect" presStyleCnt="0"/>
      <dgm:spPr/>
    </dgm:pt>
    <dgm:pt modelId="{C879F594-1721-4807-8B93-2115C8D35E72}" type="pres">
      <dgm:prSet presAssocID="{8415AA48-35E9-49A9-802B-4BB00B5A748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CCA4F12-DA57-496A-A496-031BA7F78227}" srcId="{F79330EA-53D9-4166-9F53-0AAC5FE4BF74}" destId="{8415AA48-35E9-49A9-802B-4BB00B5A748E}" srcOrd="2" destOrd="0" parTransId="{27DA67FE-2FBF-4891-B3C5-A54F12A6C804}" sibTransId="{7E4EEF3D-87DF-4D1C-9528-F02D82F3CCD9}"/>
    <dgm:cxn modelId="{4164A22B-F8E1-4E0C-AADC-33E278B55794}" srcId="{F79330EA-53D9-4166-9F53-0AAC5FE4BF74}" destId="{10071E98-BC58-4301-96BC-38F368F4CA8A}" srcOrd="1" destOrd="0" parTransId="{704D418D-3899-4509-A9E7-D6012D8EECC9}" sibTransId="{13536EA7-6D3D-49EE-817A-51A538C5974F}"/>
    <dgm:cxn modelId="{0738FF33-D843-4E51-9479-E92645A7875C}" srcId="{F79330EA-53D9-4166-9F53-0AAC5FE4BF74}" destId="{DD92C51B-74EA-4B86-AEBA-53F53AC171F2}" srcOrd="0" destOrd="0" parTransId="{582DB279-33B0-4664-B345-5C4E8B33D587}" sibTransId="{F6AEC74E-EB43-46F7-ACFC-894100043991}"/>
    <dgm:cxn modelId="{E205179F-A306-48FF-93CE-452FC07A1A0E}" type="presOf" srcId="{DD92C51B-74EA-4B86-AEBA-53F53AC171F2}" destId="{DCE55BED-C693-41AB-BC8B-DE50F3BFAB4C}" srcOrd="0" destOrd="0" presId="urn:microsoft.com/office/officeart/2018/2/layout/IconVerticalSolidList"/>
    <dgm:cxn modelId="{7A1713C5-E7E0-4579-9824-C8C7B603BFEB}" type="presOf" srcId="{F79330EA-53D9-4166-9F53-0AAC5FE4BF74}" destId="{EB4BFB33-7B7C-4413-872F-64F560773BE1}" srcOrd="0" destOrd="0" presId="urn:microsoft.com/office/officeart/2018/2/layout/IconVerticalSolidList"/>
    <dgm:cxn modelId="{D6D072D2-BA42-4916-82A8-39B00181C12E}" type="presOf" srcId="{8415AA48-35E9-49A9-802B-4BB00B5A748E}" destId="{C879F594-1721-4807-8B93-2115C8D35E72}" srcOrd="0" destOrd="0" presId="urn:microsoft.com/office/officeart/2018/2/layout/IconVerticalSolidList"/>
    <dgm:cxn modelId="{ADC5F1D5-29A1-457F-A71D-26705C431398}" type="presOf" srcId="{10071E98-BC58-4301-96BC-38F368F4CA8A}" destId="{AF758CF6-FEC9-40B5-8C1E-3DE99E397EFF}" srcOrd="0" destOrd="0" presId="urn:microsoft.com/office/officeart/2018/2/layout/IconVerticalSolidList"/>
    <dgm:cxn modelId="{6498865A-CB29-443F-89E9-08B62C9D3669}" type="presParOf" srcId="{EB4BFB33-7B7C-4413-872F-64F560773BE1}" destId="{7C22B39B-8306-466F-931D-D43CD814634F}" srcOrd="0" destOrd="0" presId="urn:microsoft.com/office/officeart/2018/2/layout/IconVerticalSolidList"/>
    <dgm:cxn modelId="{5FBB0B8B-A245-46B7-B651-904FC1BEDF60}" type="presParOf" srcId="{7C22B39B-8306-466F-931D-D43CD814634F}" destId="{CA789311-2DD4-4C3B-A6C2-22FC0E10371C}" srcOrd="0" destOrd="0" presId="urn:microsoft.com/office/officeart/2018/2/layout/IconVerticalSolidList"/>
    <dgm:cxn modelId="{94674FB0-7E5F-4EC5-876D-C1C588BA57C8}" type="presParOf" srcId="{7C22B39B-8306-466F-931D-D43CD814634F}" destId="{4BAD4D9D-1388-40E5-990B-2CA20001B560}" srcOrd="1" destOrd="0" presId="urn:microsoft.com/office/officeart/2018/2/layout/IconVerticalSolidList"/>
    <dgm:cxn modelId="{B9781C53-0D03-4302-947C-EF11FD398736}" type="presParOf" srcId="{7C22B39B-8306-466F-931D-D43CD814634F}" destId="{4890BDB9-7A28-475B-8D9C-A440604171E2}" srcOrd="2" destOrd="0" presId="urn:microsoft.com/office/officeart/2018/2/layout/IconVerticalSolidList"/>
    <dgm:cxn modelId="{6F88CB38-EC00-4584-AED3-C0BE32BA61A0}" type="presParOf" srcId="{7C22B39B-8306-466F-931D-D43CD814634F}" destId="{DCE55BED-C693-41AB-BC8B-DE50F3BFAB4C}" srcOrd="3" destOrd="0" presId="urn:microsoft.com/office/officeart/2018/2/layout/IconVerticalSolidList"/>
    <dgm:cxn modelId="{8EB89CBC-065F-4F84-AB53-74E02E5CDA13}" type="presParOf" srcId="{EB4BFB33-7B7C-4413-872F-64F560773BE1}" destId="{5A98AF42-EB02-4BC5-8670-FA6BEAFC244A}" srcOrd="1" destOrd="0" presId="urn:microsoft.com/office/officeart/2018/2/layout/IconVerticalSolidList"/>
    <dgm:cxn modelId="{32748807-C604-4BFF-B8F9-89229742E5A4}" type="presParOf" srcId="{EB4BFB33-7B7C-4413-872F-64F560773BE1}" destId="{1E109088-D93B-4ED3-9A7E-028B698FF4E5}" srcOrd="2" destOrd="0" presId="urn:microsoft.com/office/officeart/2018/2/layout/IconVerticalSolidList"/>
    <dgm:cxn modelId="{318C1FD3-FC00-4A41-80A5-65B69A8FC935}" type="presParOf" srcId="{1E109088-D93B-4ED3-9A7E-028B698FF4E5}" destId="{15EE50DD-4C2C-4D07-9ACA-B759367158D2}" srcOrd="0" destOrd="0" presId="urn:microsoft.com/office/officeart/2018/2/layout/IconVerticalSolidList"/>
    <dgm:cxn modelId="{F7981E1F-A0B6-43CC-8FB7-4971EC5E3BF7}" type="presParOf" srcId="{1E109088-D93B-4ED3-9A7E-028B698FF4E5}" destId="{EBE51782-24FB-4541-9983-3BBB2547EB0B}" srcOrd="1" destOrd="0" presId="urn:microsoft.com/office/officeart/2018/2/layout/IconVerticalSolidList"/>
    <dgm:cxn modelId="{1777489E-9332-46E4-815C-AB08A098EBD9}" type="presParOf" srcId="{1E109088-D93B-4ED3-9A7E-028B698FF4E5}" destId="{09E677DB-CFA3-4445-AEE1-15F0D540A728}" srcOrd="2" destOrd="0" presId="urn:microsoft.com/office/officeart/2018/2/layout/IconVerticalSolidList"/>
    <dgm:cxn modelId="{7B746FBF-E647-4553-B7A3-603FB56A18DD}" type="presParOf" srcId="{1E109088-D93B-4ED3-9A7E-028B698FF4E5}" destId="{AF758CF6-FEC9-40B5-8C1E-3DE99E397EFF}" srcOrd="3" destOrd="0" presId="urn:microsoft.com/office/officeart/2018/2/layout/IconVerticalSolidList"/>
    <dgm:cxn modelId="{65FD3454-E099-42CF-93F1-FF88A481F6FC}" type="presParOf" srcId="{EB4BFB33-7B7C-4413-872F-64F560773BE1}" destId="{ED33FCAB-30E0-4FA0-86F2-11767CB3BC38}" srcOrd="3" destOrd="0" presId="urn:microsoft.com/office/officeart/2018/2/layout/IconVerticalSolidList"/>
    <dgm:cxn modelId="{6ADEF020-ECA9-448D-A9C1-F44305FF8DF6}" type="presParOf" srcId="{EB4BFB33-7B7C-4413-872F-64F560773BE1}" destId="{12F77D42-8589-4E19-92CA-0988D8ABCD47}" srcOrd="4" destOrd="0" presId="urn:microsoft.com/office/officeart/2018/2/layout/IconVerticalSolidList"/>
    <dgm:cxn modelId="{0ECB9307-79F1-4D78-AE98-51BC1E6D45FE}" type="presParOf" srcId="{12F77D42-8589-4E19-92CA-0988D8ABCD47}" destId="{4F0119BD-5363-4155-95A0-A1C6E69EBA52}" srcOrd="0" destOrd="0" presId="urn:microsoft.com/office/officeart/2018/2/layout/IconVerticalSolidList"/>
    <dgm:cxn modelId="{F0DAFBC2-C43B-425D-93DB-8CB13BBFE192}" type="presParOf" srcId="{12F77D42-8589-4E19-92CA-0988D8ABCD47}" destId="{2A036F73-4D86-4D1D-8820-947EC163F518}" srcOrd="1" destOrd="0" presId="urn:microsoft.com/office/officeart/2018/2/layout/IconVerticalSolidList"/>
    <dgm:cxn modelId="{1D884ECF-F570-4BDB-8798-763EA0D83434}" type="presParOf" srcId="{12F77D42-8589-4E19-92CA-0988D8ABCD47}" destId="{DDFA8F3D-644F-4DB0-BF39-8C811CF77A34}" srcOrd="2" destOrd="0" presId="urn:microsoft.com/office/officeart/2018/2/layout/IconVerticalSolidList"/>
    <dgm:cxn modelId="{1736AF3A-86B5-40F0-8F3D-F1652D254034}" type="presParOf" srcId="{12F77D42-8589-4E19-92CA-0988D8ABCD47}" destId="{C879F594-1721-4807-8B93-2115C8D35E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CAABA-1425-49A8-812B-85484F7A53A4}">
      <dsp:nvSpPr>
        <dsp:cNvPr id="0" name=""/>
        <dsp:cNvSpPr/>
      </dsp:nvSpPr>
      <dsp:spPr>
        <a:xfrm>
          <a:off x="0" y="66915"/>
          <a:ext cx="4793456" cy="12306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Rev Rev Rev (102 points, Medium Difficulty)</a:t>
          </a:r>
          <a:endParaRPr lang="en-US" sz="2200" kern="1200"/>
        </a:p>
      </dsp:txBody>
      <dsp:txXfrm>
        <a:off x="60077" y="126992"/>
        <a:ext cx="4673302" cy="1110539"/>
      </dsp:txXfrm>
    </dsp:sp>
    <dsp:sp modelId="{B43BD894-1F55-47DA-9931-03515439F551}">
      <dsp:nvSpPr>
        <dsp:cNvPr id="0" name=""/>
        <dsp:cNvSpPr/>
      </dsp:nvSpPr>
      <dsp:spPr>
        <a:xfrm>
          <a:off x="0" y="1360969"/>
          <a:ext cx="4793456" cy="1230693"/>
        </a:xfrm>
        <a:prstGeom prst="roundRect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Category: Reverse Engineering</a:t>
          </a:r>
          <a:endParaRPr lang="en-US" sz="2200" kern="1200"/>
        </a:p>
      </dsp:txBody>
      <dsp:txXfrm>
        <a:off x="60077" y="1421046"/>
        <a:ext cx="4673302" cy="1110539"/>
      </dsp:txXfrm>
    </dsp:sp>
    <dsp:sp modelId="{ADB52220-103D-4B88-8342-7A4D32FAA77C}">
      <dsp:nvSpPr>
        <dsp:cNvPr id="0" name=""/>
        <dsp:cNvSpPr/>
      </dsp:nvSpPr>
      <dsp:spPr>
        <a:xfrm>
          <a:off x="0" y="2655023"/>
          <a:ext cx="4793456" cy="1230693"/>
        </a:xfrm>
        <a:prstGeom prst="roundRect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Objective: Reverse Python obfuscation to recover the flag from output.txt</a:t>
          </a:r>
          <a:endParaRPr lang="en-US" sz="2200" kern="1200"/>
        </a:p>
      </dsp:txBody>
      <dsp:txXfrm>
        <a:off x="60077" y="2715100"/>
        <a:ext cx="4673302" cy="1110539"/>
      </dsp:txXfrm>
    </dsp:sp>
    <dsp:sp modelId="{6A176897-711B-4C87-AB0F-3FB9EF693C31}">
      <dsp:nvSpPr>
        <dsp:cNvPr id="0" name=""/>
        <dsp:cNvSpPr/>
      </dsp:nvSpPr>
      <dsp:spPr>
        <a:xfrm>
          <a:off x="0" y="3949077"/>
          <a:ext cx="4793456" cy="1230693"/>
        </a:xfrm>
        <a:prstGeom prst="round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Files provided: chal.py, output.txt</a:t>
          </a:r>
          <a:endParaRPr lang="en-US" sz="2200" kern="1200"/>
        </a:p>
      </dsp:txBody>
      <dsp:txXfrm>
        <a:off x="60077" y="4009154"/>
        <a:ext cx="4673302" cy="1110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FFA803-FFFF-45B3-91C3-BB670470D666}">
      <dsp:nvSpPr>
        <dsp:cNvPr id="0" name=""/>
        <dsp:cNvSpPr/>
      </dsp:nvSpPr>
      <dsp:spPr>
        <a:xfrm>
          <a:off x="413815" y="570138"/>
          <a:ext cx="442968" cy="4429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1E649-E7BD-4E17-BA5E-BEC011492D05}">
      <dsp:nvSpPr>
        <dsp:cNvPr id="0" name=""/>
        <dsp:cNvSpPr/>
      </dsp:nvSpPr>
      <dsp:spPr>
        <a:xfrm>
          <a:off x="2487" y="1111250"/>
          <a:ext cx="1265625" cy="790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Category: Reverse Engineering</a:t>
          </a:r>
        </a:p>
      </dsp:txBody>
      <dsp:txXfrm>
        <a:off x="2487" y="1111250"/>
        <a:ext cx="1265625" cy="790822"/>
      </dsp:txXfrm>
    </dsp:sp>
    <dsp:sp modelId="{832AAEE4-0192-486D-B029-727C50A21DC7}">
      <dsp:nvSpPr>
        <dsp:cNvPr id="0" name=""/>
        <dsp:cNvSpPr/>
      </dsp:nvSpPr>
      <dsp:spPr>
        <a:xfrm>
          <a:off x="2487" y="1947721"/>
          <a:ext cx="1265625" cy="90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ED6A0B-FB49-40C9-9DD8-78B5DA51B732}">
      <dsp:nvSpPr>
        <dsp:cNvPr id="0" name=""/>
        <dsp:cNvSpPr/>
      </dsp:nvSpPr>
      <dsp:spPr>
        <a:xfrm>
          <a:off x="1900924" y="570138"/>
          <a:ext cx="442968" cy="4429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54015-A4AC-4B01-BD15-B8414A285E16}">
      <dsp:nvSpPr>
        <dsp:cNvPr id="0" name=""/>
        <dsp:cNvSpPr/>
      </dsp:nvSpPr>
      <dsp:spPr>
        <a:xfrm>
          <a:off x="1489596" y="1111250"/>
          <a:ext cx="1265625" cy="790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/>
            <a:t>Beginner-friendly logical challenge</a:t>
          </a:r>
          <a:endParaRPr lang="en-US" sz="1400" kern="1200"/>
        </a:p>
      </dsp:txBody>
      <dsp:txXfrm>
        <a:off x="1489596" y="1111250"/>
        <a:ext cx="1265625" cy="790822"/>
      </dsp:txXfrm>
    </dsp:sp>
    <dsp:sp modelId="{60B26573-AD1D-40B9-828C-BAA18997B808}">
      <dsp:nvSpPr>
        <dsp:cNvPr id="0" name=""/>
        <dsp:cNvSpPr/>
      </dsp:nvSpPr>
      <dsp:spPr>
        <a:xfrm>
          <a:off x="1489596" y="1947721"/>
          <a:ext cx="1265625" cy="90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2681FE-6C2D-43ED-960F-8524503D0A8D}">
      <dsp:nvSpPr>
        <dsp:cNvPr id="0" name=""/>
        <dsp:cNvSpPr/>
      </dsp:nvSpPr>
      <dsp:spPr>
        <a:xfrm>
          <a:off x="3388034" y="570138"/>
          <a:ext cx="442968" cy="4429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A3DBF-6FFA-47CA-A38E-03825276969C}">
      <dsp:nvSpPr>
        <dsp:cNvPr id="0" name=""/>
        <dsp:cNvSpPr/>
      </dsp:nvSpPr>
      <dsp:spPr>
        <a:xfrm>
          <a:off x="2976706" y="1111250"/>
          <a:ext cx="1265625" cy="790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/>
            <a:t>Python-based (team’s strength)</a:t>
          </a:r>
          <a:endParaRPr lang="en-US" sz="1400" kern="1200"/>
        </a:p>
      </dsp:txBody>
      <dsp:txXfrm>
        <a:off x="2976706" y="1111250"/>
        <a:ext cx="1265625" cy="790822"/>
      </dsp:txXfrm>
    </dsp:sp>
    <dsp:sp modelId="{EA226D6F-59A0-49F5-8599-F38C3A9060AA}">
      <dsp:nvSpPr>
        <dsp:cNvPr id="0" name=""/>
        <dsp:cNvSpPr/>
      </dsp:nvSpPr>
      <dsp:spPr>
        <a:xfrm>
          <a:off x="2976706" y="1947721"/>
          <a:ext cx="1265625" cy="90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CBD201-FD27-4B46-8669-C113BB99550C}">
      <dsp:nvSpPr>
        <dsp:cNvPr id="0" name=""/>
        <dsp:cNvSpPr/>
      </dsp:nvSpPr>
      <dsp:spPr>
        <a:xfrm>
          <a:off x="4875143" y="570138"/>
          <a:ext cx="442968" cy="4429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96402-5061-4E2F-B9F8-D5A6FAD475EF}">
      <dsp:nvSpPr>
        <dsp:cNvPr id="0" name=""/>
        <dsp:cNvSpPr/>
      </dsp:nvSpPr>
      <dsp:spPr>
        <a:xfrm>
          <a:off x="4463815" y="1111250"/>
          <a:ext cx="1265625" cy="790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/>
            <a:t>Teaches core concepts</a:t>
          </a:r>
          <a:endParaRPr lang="en-US" sz="1400" kern="1200"/>
        </a:p>
      </dsp:txBody>
      <dsp:txXfrm>
        <a:off x="4463815" y="1111250"/>
        <a:ext cx="1265625" cy="790822"/>
      </dsp:txXfrm>
    </dsp:sp>
    <dsp:sp modelId="{865FC6F0-73BE-42CD-83D5-E64FBAB4E8AA}">
      <dsp:nvSpPr>
        <dsp:cNvPr id="0" name=""/>
        <dsp:cNvSpPr/>
      </dsp:nvSpPr>
      <dsp:spPr>
        <a:xfrm>
          <a:off x="4463815" y="1947721"/>
          <a:ext cx="1265625" cy="90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Bitwise operations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Data transformation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Algorithm reversal</a:t>
          </a:r>
          <a:endParaRPr lang="en-US" sz="1100" kern="1200"/>
        </a:p>
      </dsp:txBody>
      <dsp:txXfrm>
        <a:off x="4463815" y="1947721"/>
        <a:ext cx="1265625" cy="904822"/>
      </dsp:txXfrm>
    </dsp:sp>
    <dsp:sp modelId="{68C31121-598D-4EB8-B7A5-E90C087604AD}">
      <dsp:nvSpPr>
        <dsp:cNvPr id="0" name=""/>
        <dsp:cNvSpPr/>
      </dsp:nvSpPr>
      <dsp:spPr>
        <a:xfrm>
          <a:off x="6362252" y="570138"/>
          <a:ext cx="442968" cy="4429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33DB2-54C9-4240-99B5-E6478BBFDDCE}">
      <dsp:nvSpPr>
        <dsp:cNvPr id="0" name=""/>
        <dsp:cNvSpPr/>
      </dsp:nvSpPr>
      <dsp:spPr>
        <a:xfrm>
          <a:off x="5950924" y="1111250"/>
          <a:ext cx="1265625" cy="790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/>
            <a:t>Skills developed:</a:t>
          </a:r>
          <a:endParaRPr lang="en-US" sz="1400" kern="1200"/>
        </a:p>
      </dsp:txBody>
      <dsp:txXfrm>
        <a:off x="5950924" y="1111250"/>
        <a:ext cx="1265625" cy="790822"/>
      </dsp:txXfrm>
    </dsp:sp>
    <dsp:sp modelId="{E3F52670-AEBA-41F9-8BD7-518EA6CE29BC}">
      <dsp:nvSpPr>
        <dsp:cNvPr id="0" name=""/>
        <dsp:cNvSpPr/>
      </dsp:nvSpPr>
      <dsp:spPr>
        <a:xfrm>
          <a:off x="5950924" y="1947721"/>
          <a:ext cx="1265625" cy="904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Code analysis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Cryptographic thinking</a:t>
          </a:r>
          <a:endParaRPr lang="en-US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Problem decomposition</a:t>
          </a:r>
          <a:endParaRPr lang="en-US" sz="1100" kern="1200"/>
        </a:p>
      </dsp:txBody>
      <dsp:txXfrm>
        <a:off x="5950924" y="1947721"/>
        <a:ext cx="1265625" cy="904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DDEC96-E4CB-4A9A-BF9F-0CDFDBDCA9D2}">
      <dsp:nvSpPr>
        <dsp:cNvPr id="0" name=""/>
        <dsp:cNvSpPr/>
      </dsp:nvSpPr>
      <dsp:spPr>
        <a:xfrm>
          <a:off x="-185715" y="8316"/>
          <a:ext cx="5055876" cy="14943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82D84-AE49-4548-A0EF-3B9311F81E54}">
      <dsp:nvSpPr>
        <dsp:cNvPr id="0" name=""/>
        <dsp:cNvSpPr/>
      </dsp:nvSpPr>
      <dsp:spPr>
        <a:xfrm>
          <a:off x="266310" y="344534"/>
          <a:ext cx="821865" cy="8218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4F0A5-F9E3-4952-880C-923502AA9F39}">
      <dsp:nvSpPr>
        <dsp:cNvPr id="0" name=""/>
        <dsp:cNvSpPr/>
      </dsp:nvSpPr>
      <dsp:spPr>
        <a:xfrm>
          <a:off x="899602" y="0"/>
          <a:ext cx="4076194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Bitwise Confusion:</a:t>
          </a:r>
          <a:r>
            <a:rPr lang="en-US" sz="1400" b="0" i="0" kern="1200" baseline="0"/>
            <a:t> At first, ~</a:t>
          </a:r>
          <a:r>
            <a:rPr lang="en-US" sz="1400" b="0" i="0" kern="1200" baseline="0" err="1"/>
            <a:t>i</a:t>
          </a:r>
          <a:r>
            <a:rPr lang="en-US" sz="1400" b="0" i="0" kern="1200" baseline="0"/>
            <a:t> and </a:t>
          </a:r>
          <a:r>
            <a:rPr lang="en-US" sz="1400" b="0" i="0" kern="1200" baseline="0" err="1"/>
            <a:t>i</a:t>
          </a:r>
          <a:r>
            <a:rPr lang="en-US" sz="1400" b="0" i="0" kern="1200" baseline="0"/>
            <a:t> ^ 0xFF felt like magic spells. We drew diagrams on paper to visualize how bits flipped back.</a:t>
          </a:r>
          <a:endParaRPr lang="en-US" sz="1400" kern="1200"/>
        </a:p>
      </dsp:txBody>
      <dsp:txXfrm>
        <a:off x="899602" y="0"/>
        <a:ext cx="4076194" cy="1494301"/>
      </dsp:txXfrm>
    </dsp:sp>
    <dsp:sp modelId="{0FEFCA33-04D7-4F9D-9502-F9F67E76268D}">
      <dsp:nvSpPr>
        <dsp:cNvPr id="0" name=""/>
        <dsp:cNvSpPr/>
      </dsp:nvSpPr>
      <dsp:spPr>
        <a:xfrm>
          <a:off x="-185715" y="1876192"/>
          <a:ext cx="5055876" cy="14943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970E4-85A1-4135-9286-7957D18FCFC7}">
      <dsp:nvSpPr>
        <dsp:cNvPr id="0" name=""/>
        <dsp:cNvSpPr/>
      </dsp:nvSpPr>
      <dsp:spPr>
        <a:xfrm>
          <a:off x="266310" y="2212410"/>
          <a:ext cx="821865" cy="8218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CFE0E-581B-4339-83DB-98915D6A62F8}">
      <dsp:nvSpPr>
        <dsp:cNvPr id="0" name=""/>
        <dsp:cNvSpPr/>
      </dsp:nvSpPr>
      <dsp:spPr>
        <a:xfrm>
          <a:off x="1013737" y="1867361"/>
          <a:ext cx="3803281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Order Matters:</a:t>
          </a:r>
          <a:r>
            <a:rPr lang="en-US" sz="1400" b="0" i="0" kern="1200" baseline="0"/>
            <a:t> We accidentally reversed before XOR one time—and the letters didn’t match. So, we added comments in our code to fix the sequence.</a:t>
          </a:r>
          <a:endParaRPr lang="en-US" sz="1400" kern="1200"/>
        </a:p>
      </dsp:txBody>
      <dsp:txXfrm>
        <a:off x="1013737" y="1867361"/>
        <a:ext cx="3803281" cy="1494301"/>
      </dsp:txXfrm>
    </dsp:sp>
    <dsp:sp modelId="{CEFF8567-8876-4274-B01D-6A78AFC71DD0}">
      <dsp:nvSpPr>
        <dsp:cNvPr id="0" name=""/>
        <dsp:cNvSpPr/>
      </dsp:nvSpPr>
      <dsp:spPr>
        <a:xfrm>
          <a:off x="-185715" y="3752385"/>
          <a:ext cx="5055876" cy="14943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AA5ED-AA52-4E60-A1AE-B0FB4C0B4572}">
      <dsp:nvSpPr>
        <dsp:cNvPr id="0" name=""/>
        <dsp:cNvSpPr/>
      </dsp:nvSpPr>
      <dsp:spPr>
        <a:xfrm>
          <a:off x="266310" y="4080287"/>
          <a:ext cx="821865" cy="8218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A54E6-5DB7-4753-9E1B-72003923D78E}">
      <dsp:nvSpPr>
        <dsp:cNvPr id="0" name=""/>
        <dsp:cNvSpPr/>
      </dsp:nvSpPr>
      <dsp:spPr>
        <a:xfrm>
          <a:off x="967331" y="3752385"/>
          <a:ext cx="3824970" cy="14943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47" tIns="158147" rIns="158147" bIns="1581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Time Pressure:</a:t>
          </a:r>
          <a:r>
            <a:rPr lang="en-US" sz="1400" b="0" i="0" kern="1200" baseline="0"/>
            <a:t> With the clock ticking, we split tasks—two people debugged code, one wrote notes, one prepared the demo script—and that kept us calm under fire.</a:t>
          </a:r>
          <a:endParaRPr lang="en-US" sz="1400" kern="1200"/>
        </a:p>
      </dsp:txBody>
      <dsp:txXfrm>
        <a:off x="967331" y="3752385"/>
        <a:ext cx="3824970" cy="14943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89311-2DD4-4C3B-A6C2-22FC0E10371C}">
      <dsp:nvSpPr>
        <dsp:cNvPr id="0" name=""/>
        <dsp:cNvSpPr/>
      </dsp:nvSpPr>
      <dsp:spPr>
        <a:xfrm>
          <a:off x="0" y="601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D4D9D-1388-40E5-990B-2CA20001B560}">
      <dsp:nvSpPr>
        <dsp:cNvPr id="0" name=""/>
        <dsp:cNvSpPr/>
      </dsp:nvSpPr>
      <dsp:spPr>
        <a:xfrm>
          <a:off x="425878" y="317371"/>
          <a:ext cx="774325" cy="7743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55BED-C693-41AB-BC8B-DE50F3BFAB4C}">
      <dsp:nvSpPr>
        <dsp:cNvPr id="0" name=""/>
        <dsp:cNvSpPr/>
      </dsp:nvSpPr>
      <dsp:spPr>
        <a:xfrm>
          <a:off x="1626083" y="601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Even a scary-looking puzzle can be tamed by breaking it into tiny steps.</a:t>
          </a:r>
          <a:endParaRPr lang="en-US" sz="1400" kern="1200" dirty="0"/>
        </a:p>
      </dsp:txBody>
      <dsp:txXfrm>
        <a:off x="1626083" y="601"/>
        <a:ext cx="2961512" cy="1407864"/>
      </dsp:txXfrm>
    </dsp:sp>
    <dsp:sp modelId="{15EE50DD-4C2C-4D07-9ACA-B759367158D2}">
      <dsp:nvSpPr>
        <dsp:cNvPr id="0" name=""/>
        <dsp:cNvSpPr/>
      </dsp:nvSpPr>
      <dsp:spPr>
        <a:xfrm>
          <a:off x="0" y="1760431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E51782-24FB-4541-9983-3BBB2547EB0B}">
      <dsp:nvSpPr>
        <dsp:cNvPr id="0" name=""/>
        <dsp:cNvSpPr/>
      </dsp:nvSpPr>
      <dsp:spPr>
        <a:xfrm>
          <a:off x="425878" y="2077201"/>
          <a:ext cx="774325" cy="7743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58CF6-FEC9-40B5-8C1E-3DE99E397EFF}">
      <dsp:nvSpPr>
        <dsp:cNvPr id="0" name=""/>
        <dsp:cNvSpPr/>
      </dsp:nvSpPr>
      <dsp:spPr>
        <a:xfrm>
          <a:off x="1626083" y="1760431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Teaching each other (and explaining things in simple terms) made everyone stronger.</a:t>
          </a:r>
          <a:endParaRPr lang="en-US" sz="1400" kern="1200" dirty="0"/>
        </a:p>
      </dsp:txBody>
      <dsp:txXfrm>
        <a:off x="1626083" y="1760431"/>
        <a:ext cx="2961512" cy="1407864"/>
      </dsp:txXfrm>
    </dsp:sp>
    <dsp:sp modelId="{4F0119BD-5363-4155-95A0-A1C6E69EBA52}">
      <dsp:nvSpPr>
        <dsp:cNvPr id="0" name=""/>
        <dsp:cNvSpPr/>
      </dsp:nvSpPr>
      <dsp:spPr>
        <a:xfrm>
          <a:off x="0" y="3520262"/>
          <a:ext cx="4587596" cy="140786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36F73-4D86-4D1D-8820-947EC163F518}">
      <dsp:nvSpPr>
        <dsp:cNvPr id="0" name=""/>
        <dsp:cNvSpPr/>
      </dsp:nvSpPr>
      <dsp:spPr>
        <a:xfrm>
          <a:off x="425878" y="3837031"/>
          <a:ext cx="774325" cy="7743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9F594-1721-4807-8B93-2115C8D35E72}">
      <dsp:nvSpPr>
        <dsp:cNvPr id="0" name=""/>
        <dsp:cNvSpPr/>
      </dsp:nvSpPr>
      <dsp:spPr>
        <a:xfrm>
          <a:off x="1626083" y="3520262"/>
          <a:ext cx="2961512" cy="14078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999" tIns="148999" rIns="148999" bIns="1489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We won’t forget the thrill of seeing the final flag appear just like finding the hidden treasure at the end of a map!</a:t>
          </a:r>
          <a:endParaRPr lang="en-US" sz="1400" kern="1200" dirty="0"/>
        </a:p>
      </dsp:txBody>
      <dsp:txXfrm>
        <a:off x="1626083" y="3520262"/>
        <a:ext cx="2961512" cy="1407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52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5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7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8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9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4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2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24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3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24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1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87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322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0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7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7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FE75-31B5-319A-C739-66F420400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86" y="1536690"/>
            <a:ext cx="7828827" cy="709865"/>
          </a:xfrm>
        </p:spPr>
        <p:txBody>
          <a:bodyPr/>
          <a:lstStyle/>
          <a:p>
            <a:r>
              <a:rPr lang="en-US" sz="3000" b="1" dirty="0"/>
              <a:t>GROUP PRESENTATION (DUTCH LADY)</a:t>
            </a:r>
            <a:br>
              <a:rPr lang="en-US" sz="3000" b="1" dirty="0"/>
            </a:br>
            <a:r>
              <a:rPr lang="en-US" sz="3000" b="1" dirty="0"/>
              <a:t>CT126-3-2-CTF-PRACTICAL</a:t>
            </a:r>
            <a:br>
              <a:rPr lang="en-US" sz="3000" b="1" dirty="0"/>
            </a:br>
            <a:r>
              <a:rPr lang="en-US" sz="3000" b="1" dirty="0"/>
              <a:t>IERAE CTF 2025</a:t>
            </a:r>
            <a:br>
              <a:rPr lang="en-US" sz="3000" b="1" dirty="0"/>
            </a:br>
            <a:br>
              <a:rPr lang="en-US" sz="3000" b="1" dirty="0"/>
            </a:br>
            <a:br>
              <a:rPr lang="en-US" sz="3000" b="1" dirty="0"/>
            </a:br>
            <a:endParaRPr lang="en-MY" sz="3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5065FB-4DEA-32C5-F1A0-E2C4B93C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021" y="2395567"/>
            <a:ext cx="3214268" cy="29340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03DD68-C0D0-723A-48D8-0BED2EA5DB55}"/>
              </a:ext>
            </a:extLst>
          </p:cNvPr>
          <p:cNvSpPr txBox="1"/>
          <p:nvPr/>
        </p:nvSpPr>
        <p:spPr>
          <a:xfrm>
            <a:off x="2394155" y="5307365"/>
            <a:ext cx="4572000" cy="56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MY" sz="2800" b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IERAE CTF 2025</a:t>
            </a:r>
            <a:endParaRPr lang="en-MY" sz="16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784490C-B1C4-BCD9-0633-5A8E691B6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CT126-3-2-CTF-PRACTICAL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41EB05-E38D-8DD1-E30E-849B2D244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CT126-3-2-CTF-PRACTICAL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762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451" y="888931"/>
            <a:ext cx="8026402" cy="709865"/>
          </a:xfrm>
        </p:spPr>
        <p:txBody>
          <a:bodyPr/>
          <a:lstStyle/>
          <a:p>
            <a:r>
              <a:rPr lang="en-MY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&amp; CONTRIBUTIONS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501164"/>
              </p:ext>
            </p:extLst>
          </p:nvPr>
        </p:nvGraphicFramePr>
        <p:xfrm>
          <a:off x="558799" y="2384358"/>
          <a:ext cx="8026402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7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7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1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HEMANTHRAJAH A/L N KRISHNARAJAH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TP070844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Tools, Commands, Scripts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ANUSHA DEVY A/P BRAHMATARAN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TP071154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Write-up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DARMIK ISHWAR A/L RAVI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TP070071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ADAM JEROME JOSEPH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TP071194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Vulnerabilities &amp; Skills Gained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SAILESS RAJ A/L RAJENDRAN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TP070996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Challenges &amp; Lessons Learned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ED2E2BB-3846-41EB-9F1E-92C33C4A8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3D5773-5AC9-444A-A47A-EB6656ACDC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81EB4475-C020-4325-AF59-31FCBFB7C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7689D68-C339-4D5B-9DAA-E13F6BD4D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9CC3E5-EA42-4393-A2C0-5192B91BD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sitting around a table with laptops&#10;&#10;AI-generated content may be incorrect.">
            <a:extLst>
              <a:ext uri="{FF2B5EF4-FFF2-40B4-BE49-F238E27FC236}">
                <a16:creationId xmlns:a16="http://schemas.microsoft.com/office/drawing/2014/main" id="{4A3865F1-791D-C1CD-C61F-4B3FF4FEDA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2" y="661659"/>
            <a:ext cx="4086083" cy="3064562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B8DBC8E-FBA7-466C-8D97-75B15FBE9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pic>
        <p:nvPicPr>
          <p:cNvPr id="4" name="Picture 3" descr="A group of people sitting at a table with laptops&#10;&#10;AI-generated content may be incorrect.">
            <a:extLst>
              <a:ext uri="{FF2B5EF4-FFF2-40B4-BE49-F238E27FC236}">
                <a16:creationId xmlns:a16="http://schemas.microsoft.com/office/drawing/2014/main" id="{B8310C01-557D-3391-D95A-0E77771123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29709" y="682799"/>
            <a:ext cx="4027592" cy="3020694"/>
          </a:xfrm>
          <a:prstGeom prst="roundRect">
            <a:avLst>
              <a:gd name="adj" fmla="val 0"/>
            </a:avLst>
          </a:prstGeom>
          <a:effectLst/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FFF64E-1FE4-4AE0-9D62-567AA183C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133850"/>
            <a:ext cx="84582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9C80E52D-DE5C-4267-9C99-8741F2E42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197825" y="4117124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09E89-081D-C906-FEC0-1E8B88278F3E}"/>
              </a:ext>
            </a:extLst>
          </p:cNvPr>
          <p:cNvSpPr txBox="1"/>
          <p:nvPr/>
        </p:nvSpPr>
        <p:spPr>
          <a:xfrm>
            <a:off x="487482" y="5692877"/>
            <a:ext cx="8169821" cy="5353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</a:pPr>
            <a:r>
              <a:rPr lang="en-US" b="0" i="0" kern="1200" cap="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GROUP DUTCH LADY DOING THE CTF CHALLENGES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BA486-8284-C2E5-C538-8599BCED9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481" y="4517136"/>
            <a:ext cx="8169821" cy="11749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GROUP PHOTO</a:t>
            </a:r>
          </a:p>
        </p:txBody>
      </p:sp>
    </p:spTree>
    <p:extLst>
      <p:ext uri="{BB962C8B-B14F-4D97-AF65-F5344CB8AC3E}">
        <p14:creationId xmlns:p14="http://schemas.microsoft.com/office/powerpoint/2010/main" val="3055468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84C8-631A-BD4B-6861-DC1E88996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B691-9804-CFE3-4771-34331AB1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PHOTO</a:t>
            </a:r>
            <a:endParaRPr lang="en-MY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group of people around a table with laptops&#10;&#10;AI-generated content may be incorrect.">
            <a:extLst>
              <a:ext uri="{FF2B5EF4-FFF2-40B4-BE49-F238E27FC236}">
                <a16:creationId xmlns:a16="http://schemas.microsoft.com/office/drawing/2014/main" id="{9D0C3A41-3FE8-E6F0-4B48-AA543FDE57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85" y="2304784"/>
            <a:ext cx="5085715" cy="38144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97BEA0-6121-EEC1-1C26-F5FACE922C31}"/>
              </a:ext>
            </a:extLst>
          </p:cNvPr>
          <p:cNvSpPr txBox="1"/>
          <p:nvPr/>
        </p:nvSpPr>
        <p:spPr>
          <a:xfrm>
            <a:off x="1681318" y="6230913"/>
            <a:ext cx="6184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DUTCH LADY DOING THE CTF CHALLENGES</a:t>
            </a:r>
            <a:endParaRPr lang="en-MY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12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BC11-CCA9-6BF5-08E9-4ED5033A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PHOTO</a:t>
            </a:r>
            <a:endParaRPr lang="en-MY"/>
          </a:p>
        </p:txBody>
      </p:sp>
      <p:pic>
        <p:nvPicPr>
          <p:cNvPr id="6" name="Picture 5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6793328D-DA07-415B-9F50-721F6050C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40" y="2161684"/>
            <a:ext cx="7113377" cy="3654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1F0530-279A-6417-9AD5-9C1AE9C71FD7}"/>
              </a:ext>
            </a:extLst>
          </p:cNvPr>
          <p:cNvSpPr txBox="1"/>
          <p:nvPr/>
        </p:nvSpPr>
        <p:spPr>
          <a:xfrm>
            <a:off x="1140544" y="5944122"/>
            <a:ext cx="711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DUTCH LADY IN THE IERAE CTF COMPETITON</a:t>
            </a:r>
            <a:endParaRPr lang="en-MY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46EF21-20C8-D16E-90B7-7D52357EAFB2}"/>
              </a:ext>
            </a:extLst>
          </p:cNvPr>
          <p:cNvSpPr/>
          <p:nvPr/>
        </p:nvSpPr>
        <p:spPr>
          <a:xfrm>
            <a:off x="1297858" y="4149213"/>
            <a:ext cx="6184488" cy="206477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52511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MY" sz="2700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Challenge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D6E82C3-AD05-B8C8-A10D-21EF2ED92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2352730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962144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CATEGORY &amp; WHY WE CHOSE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7726C84-056E-ADEA-A1D0-268E2F36A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010397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55D8B-FB9B-78E3-4190-F8B598B7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3024-08FD-DEC2-3991-473E41607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16" y="406404"/>
            <a:ext cx="8229600" cy="1143000"/>
          </a:xfrm>
        </p:spPr>
        <p:txBody>
          <a:bodyPr/>
          <a:lstStyle/>
          <a:p>
            <a:r>
              <a:rPr lang="en-MY" b="1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1E71E-0126-D4E4-BA6E-4F55BEADF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4611329"/>
            <a:ext cx="8229600" cy="157001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endParaRPr lang="en-MY" sz="2000"/>
          </a:p>
          <a:p>
            <a:pPr>
              <a:lnSpc>
                <a:spcPct val="150000"/>
              </a:lnSpc>
            </a:pPr>
            <a:r>
              <a:rPr lang="en-MY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transformation process: </a:t>
            </a:r>
            <a:r>
              <a:rPr lang="en-MY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Original flag → ASCII → Reverse → XOR → NOT → output.txt</a:t>
            </a:r>
          </a:p>
          <a:p>
            <a:pPr>
              <a:lnSpc>
                <a:spcPct val="150000"/>
              </a:lnSpc>
            </a:pPr>
            <a:r>
              <a:rPr lang="en-MY" sz="1600">
                <a:latin typeface="Times New Roman" panose="02020603050405020304" pitchFamily="18" charset="0"/>
                <a:cs typeface="Times New Roman" panose="02020603050405020304" pitchFamily="18" charset="0"/>
              </a:rPr>
              <a:t>Key problem:  "</a:t>
            </a:r>
            <a:r>
              <a:rPr lang="en-MY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We had output but no original flag.txt"</a:t>
            </a:r>
            <a:endParaRPr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96D371-E8E4-9453-83C4-857D5C44C90C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EB9A5C-659E-6D9F-08CF-EE2D58215E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t="5715" r="5913" b="11416"/>
          <a:stretch>
            <a:fillRect/>
          </a:stretch>
        </p:blipFill>
        <p:spPr bwMode="auto">
          <a:xfrm>
            <a:off x="1772756" y="1402054"/>
            <a:ext cx="5913120" cy="36481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977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FC3ED-9C96-F1D4-882B-1AFA9AC88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SHOWS THE CONTENT OF “CHAL.PY”</a:t>
            </a:r>
            <a:endParaRPr lang="en-MY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FA0200-FB93-BBB0-FA76-251BD1FCA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609" y="2973924"/>
            <a:ext cx="7060799" cy="250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11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EC822-FE9E-7EA7-EB2A-A0222BF8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BRIEF EXPLANATION FOR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CHAL.PY</a:t>
            </a:r>
            <a:r>
              <a:rPr lang="en-MY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44355F-D958-2AB8-0F1E-704AA97344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2" y="2269340"/>
            <a:ext cx="785628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 = open('flag.txt', 'r').read()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Reads original flag string from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flag.txt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(c) for c in flag]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Converts each character in the flag to ASCII code, producing a list of integers.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x.reverse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Reverses the byte sequence to mirror the challenge’s .reverse() 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 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^ 0xff for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x]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Applies bitwise XOR with 0xFF to each byte, replicating the original XOR obfuscation.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= [~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y]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Applies bitwise NOT (~) to each result, completing multi-stage hiding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open('output.txt', 'w').write(str(z))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Writes resulting list of negative/large integers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ready for CTF challenge input.</a:t>
            </a:r>
          </a:p>
        </p:txBody>
      </p:sp>
    </p:spTree>
    <p:extLst>
      <p:ext uri="{BB962C8B-B14F-4D97-AF65-F5344CB8AC3E}">
        <p14:creationId xmlns:p14="http://schemas.microsoft.com/office/powerpoint/2010/main" val="582979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516" y="597042"/>
            <a:ext cx="8229600" cy="1143000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497" y="3349358"/>
            <a:ext cx="8323006" cy="2765324"/>
          </a:xfrm>
        </p:spPr>
        <p:txBody>
          <a:bodyPr>
            <a:normAutofit fontScale="92500" lnSpcReduction="20000"/>
          </a:bodyPr>
          <a:lstStyle/>
          <a:p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explanation of operations: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conversion (</a:t>
            </a:r>
            <a:r>
              <a:rPr lang="en-M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reversal (</a:t>
            </a:r>
            <a:r>
              <a:rPr lang="en-MY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x.reverse</a:t>
            </a: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with 0xFF (bit flipping)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NOT (negative numbers)</a:t>
            </a:r>
          </a:p>
          <a:p>
            <a:r>
              <a:rPr lang="en-MY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'A' → 65 → reversed → 65 XOR 255 → ~190 → -191</a:t>
            </a:r>
          </a:p>
          <a:p>
            <a:pPr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Reviewed output.txt</a:t>
            </a:r>
          </a:p>
          <a:p>
            <a:pPr>
              <a:buFont typeface="+mj-lt"/>
              <a:buAutoNum type="arabicPeriod"/>
            </a:pPr>
            <a:r>
              <a:rPr lang="en-MY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multi-stage transformation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64C8CC-7C8B-06C3-6B7A-95DCD0D90A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1" t="6323" r="6846" b="73704"/>
          <a:stretch>
            <a:fillRect/>
          </a:stretch>
        </p:blipFill>
        <p:spPr bwMode="auto">
          <a:xfrm>
            <a:off x="833222" y="1830242"/>
            <a:ext cx="7646890" cy="12431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REVERSAL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7499330" cy="353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approach:</a:t>
            </a:r>
          </a:p>
          <a:p>
            <a:pPr marL="0" indent="0">
              <a:buNone/>
            </a:pPr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Read integers from output.txt</a:t>
            </a:r>
          </a:p>
          <a:p>
            <a:pPr marL="0" indent="0">
              <a:buNone/>
            </a:pP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Apply bitwise NOT again</a:t>
            </a:r>
          </a:p>
          <a:p>
            <a:pPr marL="0" indent="0">
              <a:buNone/>
            </a:pP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XOR with 0xFF</a:t>
            </a:r>
          </a:p>
          <a:p>
            <a:pPr marL="0" indent="0">
              <a:buNone/>
            </a:pP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Reverse list</a:t>
            </a:r>
          </a:p>
          <a:p>
            <a:pPr marL="0" indent="0">
              <a:buNone/>
            </a:pP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5. Convert ASCII to text (chr())</a:t>
            </a:r>
          </a:p>
          <a:p>
            <a:pPr marL="0" indent="0">
              <a:buNone/>
            </a:pPr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flow:</a:t>
            </a:r>
          </a:p>
          <a:p>
            <a:pPr marL="0" indent="0">
              <a:buNone/>
            </a:pPr>
            <a:r>
              <a:rPr lang="en-MY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output.txt → NOT → XOR → Reverse → ASCII → Flag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 SCRIPT (SOLVE.PY)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CBF37F-FB62-8315-28E2-A9F1782F1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" t="4576" r="7301" b="57133"/>
          <a:stretch>
            <a:fillRect/>
          </a:stretch>
        </p:blipFill>
        <p:spPr bwMode="auto">
          <a:xfrm>
            <a:off x="1667261" y="1636963"/>
            <a:ext cx="5809478" cy="23062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4D1980-C0C3-F208-3871-C648A89BEF26}"/>
              </a:ext>
            </a:extLst>
          </p:cNvPr>
          <p:cNvSpPr txBox="1"/>
          <p:nvPr/>
        </p:nvSpPr>
        <p:spPr>
          <a:xfrm>
            <a:off x="375242" y="4097652"/>
            <a:ext cx="85222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Transformation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[~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z]            # Undo NOT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x = [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^ 0xff for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y]   # Undo XOR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x.reverse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                    # Undo reversal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flag = ''.join(chr(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x)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print("Recovered flag:", flag)</a:t>
            </a:r>
            <a:endParaRPr lang="en-MY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501C-9EBB-2E41-2697-2BAEF3EF1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BRIEF EXPLANATION FOR SOLVE.PY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EEECCD-8874-C89F-7447-B7DE2293D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5970" y="2009719"/>
            <a:ext cx="71712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y = [~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for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z]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Applies bitwise NOT (~) to every integer in z, undoing the original ~ in the challenge script.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x = [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^ 0xFF for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y]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XORs each byte with 0xFF, reversing the XOR obfuscation that was applied earlier.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x.reverse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Reverses the list so that the byte‐order matches the original sequence before .reverse() was called in the challenge.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flag = ''.join(chr(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for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in x)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- Converts each numeric byte back into its ASCII character and concatenates them into one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print("Recovered flag:", flag)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Outputs the final, human‐readable flag to the console.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858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5C32B-07D6-5BF6-C97B-36E524041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6" t="5019" r="7074" b="70902"/>
          <a:stretch>
            <a:fillRect/>
          </a:stretch>
        </p:blipFill>
        <p:spPr bwMode="auto">
          <a:xfrm>
            <a:off x="603069" y="2385439"/>
            <a:ext cx="7937861" cy="20871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B36F60-7EC7-BCE9-7AED-F974A0F892A1}"/>
              </a:ext>
            </a:extLst>
          </p:cNvPr>
          <p:cNvSpPr txBox="1"/>
          <p:nvPr/>
        </p:nvSpPr>
        <p:spPr>
          <a:xfrm>
            <a:off x="603069" y="5020981"/>
            <a:ext cx="730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Recovered flag: </a:t>
            </a:r>
            <a:r>
              <a:rPr lang="en-MY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IERAE{9a058884-2e29-61ab-3272-3eb4a9175a94}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E2F84-83CC-F036-55ED-BC51407D6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COMPLETION OF THE CHALLENGE</a:t>
            </a:r>
            <a:endParaRPr lang="en-MY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EB374A-E852-FE74-3D46-694E81F8D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190" y="2224767"/>
            <a:ext cx="7187156" cy="37061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84FD53-C8D2-CE4D-EBA8-69CEF719C1F6}"/>
              </a:ext>
            </a:extLst>
          </p:cNvPr>
          <p:cNvSpPr txBox="1"/>
          <p:nvPr/>
        </p:nvSpPr>
        <p:spPr>
          <a:xfrm>
            <a:off x="2958848" y="6042396"/>
            <a:ext cx="41700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 has been successfully found!</a:t>
            </a:r>
            <a:endParaRPr lang="en-MY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607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099"/>
            <a:ext cx="7185360" cy="709865"/>
          </a:xfrm>
        </p:spPr>
        <p:txBody>
          <a:bodyPr/>
          <a:lstStyle/>
          <a:p>
            <a:r>
              <a:rPr lang="en-MY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SKILLS EVALUATION &amp; COLLABORATION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124936"/>
              </p:ext>
            </p:extLst>
          </p:nvPr>
        </p:nvGraphicFramePr>
        <p:xfrm>
          <a:off x="706967" y="2403442"/>
          <a:ext cx="7730066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8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HEMANTHRAJAH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Tooling &amp; 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Shared scripts and assisted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ANUSHA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Technical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Documented process clearly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DARMIK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Analytical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Synthesized findings for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Reverse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Led code analysis steps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t>SAILESS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Problem-Solving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Managed challenge navigation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8">
            <a:extLst>
              <a:ext uri="{FF2B5EF4-FFF2-40B4-BE49-F238E27FC236}">
                <a16:creationId xmlns:a16="http://schemas.microsoft.com/office/drawing/2014/main" id="{510C9632-BB6F-48EE-AB65-501878BA5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87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4EC8AAB6-953B-4D29-9967-3C44D06BB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3093" name="Freeform 5">
            <a:extLst>
              <a:ext uri="{FF2B5EF4-FFF2-40B4-BE49-F238E27FC236}">
                <a16:creationId xmlns:a16="http://schemas.microsoft.com/office/drawing/2014/main" id="{C89ED458-2326-40DC-9C7B-1A717B655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8321" y="867795"/>
            <a:ext cx="2206657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FIRST LOOK AT THE PUZZLE</a:t>
            </a:r>
          </a:p>
        </p:txBody>
      </p:sp>
      <p:pic>
        <p:nvPicPr>
          <p:cNvPr id="3075" name="Picture 3" descr="136,400+ Confused Man Stock Photos, Pictures &amp; Royalty-Free ...">
            <a:extLst>
              <a:ext uri="{FF2B5EF4-FFF2-40B4-BE49-F238E27FC236}">
                <a16:creationId xmlns:a16="http://schemas.microsoft.com/office/drawing/2014/main" id="{5867759B-362E-1D2B-17B6-AA56BAD6F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" r="32354" b="-2"/>
          <a:stretch>
            <a:fillRect/>
          </a:stretch>
        </p:blipFill>
        <p:spPr bwMode="auto">
          <a:xfrm>
            <a:off x="3895955" y="803751"/>
            <a:ext cx="4793650" cy="525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4" name="Rectangle 3093">
            <a:extLst>
              <a:ext uri="{FF2B5EF4-FFF2-40B4-BE49-F238E27FC236}">
                <a16:creationId xmlns:a16="http://schemas.microsoft.com/office/drawing/2014/main" id="{6F9D1DE6-E368-4F07-85F9-D5B767477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088" name="Oval 3087">
            <a:extLst>
              <a:ext uri="{FF2B5EF4-FFF2-40B4-BE49-F238E27FC236}">
                <a16:creationId xmlns:a16="http://schemas.microsoft.com/office/drawing/2014/main" id="{F63B1F66-4ACE-4A01-8ADF-F175A9C35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090" name="Oval 3089">
            <a:extLst>
              <a:ext uri="{FF2B5EF4-FFF2-40B4-BE49-F238E27FC236}">
                <a16:creationId xmlns:a16="http://schemas.microsoft.com/office/drawing/2014/main" id="{CF8448ED-9332-4A9B-8CAB-B1985E596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E2EB4EF-713D-0029-D4C8-8FACBBD9C5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888" y="2091305"/>
            <a:ext cx="2952618" cy="38989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opened a Python file full of strange negative numbers and felt like we were staring at a secret codebook.</a:t>
            </a: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like finding a puzzle with missing picture pieces. Exciting, but a little scary!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huddled around our screens and said, “Okay team, how do we even start?”</a:t>
            </a:r>
          </a:p>
        </p:txBody>
      </p:sp>
      <p:sp>
        <p:nvSpPr>
          <p:cNvPr id="3092" name="Freeform 5">
            <a:extLst>
              <a:ext uri="{FF2B5EF4-FFF2-40B4-BE49-F238E27FC236}">
                <a16:creationId xmlns:a16="http://schemas.microsoft.com/office/drawing/2014/main" id="{ED3A2261-1C75-40FF-8CD6-18C5900C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4103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106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4108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620146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2" y="629265"/>
            <a:ext cx="4166031" cy="118260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SOLVING IT ONE LITTLE STEP AT A TIME</a:t>
            </a:r>
          </a:p>
        </p:txBody>
      </p:sp>
      <p:pic>
        <p:nvPicPr>
          <p:cNvPr id="4099" name="Picture 3" descr="Building Blocks Images – Browse 1,667,894 Stock Photos, Vectors, and Video  | Adobe Stock">
            <a:extLst>
              <a:ext uri="{FF2B5EF4-FFF2-40B4-BE49-F238E27FC236}">
                <a16:creationId xmlns:a16="http://schemas.microsoft.com/office/drawing/2014/main" id="{EA5BDFBE-36B1-E0E5-9FE0-A1A47979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59" r="23695" b="-2"/>
          <a:stretch>
            <a:fillRect/>
          </a:stretch>
        </p:blipFill>
        <p:spPr bwMode="auto">
          <a:xfrm>
            <a:off x="5080883" y="480060"/>
            <a:ext cx="3697356" cy="5897880"/>
          </a:xfrm>
          <a:custGeom>
            <a:avLst/>
            <a:gdLst/>
            <a:ahLst/>
            <a:cxnLst/>
            <a:rect l="l" t="t" r="r" b="b"/>
            <a:pathLst>
              <a:path w="4929808" h="5897880">
                <a:moveTo>
                  <a:pt x="104535" y="0"/>
                </a:moveTo>
                <a:lnTo>
                  <a:pt x="2751151" y="0"/>
                </a:lnTo>
                <a:lnTo>
                  <a:pt x="4769032" y="0"/>
                </a:lnTo>
                <a:lnTo>
                  <a:pt x="4929808" y="0"/>
                </a:lnTo>
                <a:lnTo>
                  <a:pt x="4929808" y="5897880"/>
                </a:lnTo>
                <a:lnTo>
                  <a:pt x="4769032" y="5897880"/>
                </a:lnTo>
                <a:lnTo>
                  <a:pt x="2751151" y="5897880"/>
                </a:lnTo>
                <a:lnTo>
                  <a:pt x="0" y="5897880"/>
                </a:lnTo>
                <a:lnTo>
                  <a:pt x="0" y="5896985"/>
                </a:lnTo>
                <a:lnTo>
                  <a:pt x="103291" y="5896985"/>
                </a:lnTo>
                <a:lnTo>
                  <a:pt x="112340" y="5838313"/>
                </a:lnTo>
                <a:lnTo>
                  <a:pt x="123631" y="5762037"/>
                </a:lnTo>
                <a:lnTo>
                  <a:pt x="135550" y="5671232"/>
                </a:lnTo>
                <a:lnTo>
                  <a:pt x="149820" y="5563476"/>
                </a:lnTo>
                <a:lnTo>
                  <a:pt x="164875" y="5444219"/>
                </a:lnTo>
                <a:lnTo>
                  <a:pt x="180714" y="5309828"/>
                </a:lnTo>
                <a:lnTo>
                  <a:pt x="197494" y="5163329"/>
                </a:lnTo>
                <a:lnTo>
                  <a:pt x="214273" y="5004117"/>
                </a:lnTo>
                <a:lnTo>
                  <a:pt x="231367" y="4834615"/>
                </a:lnTo>
                <a:lnTo>
                  <a:pt x="247205" y="4651794"/>
                </a:lnTo>
                <a:lnTo>
                  <a:pt x="262417" y="4460498"/>
                </a:lnTo>
                <a:lnTo>
                  <a:pt x="276217" y="4258305"/>
                </a:lnTo>
                <a:lnTo>
                  <a:pt x="289390" y="4047637"/>
                </a:lnTo>
                <a:lnTo>
                  <a:pt x="301779" y="3827889"/>
                </a:lnTo>
                <a:lnTo>
                  <a:pt x="306170" y="3715291"/>
                </a:lnTo>
                <a:lnTo>
                  <a:pt x="311031" y="3600271"/>
                </a:lnTo>
                <a:lnTo>
                  <a:pt x="315579" y="3483435"/>
                </a:lnTo>
                <a:lnTo>
                  <a:pt x="318558" y="3365994"/>
                </a:lnTo>
                <a:lnTo>
                  <a:pt x="321224" y="3246131"/>
                </a:lnTo>
                <a:lnTo>
                  <a:pt x="324047" y="3125058"/>
                </a:lnTo>
                <a:lnTo>
                  <a:pt x="325929" y="3001563"/>
                </a:lnTo>
                <a:lnTo>
                  <a:pt x="325929" y="2876858"/>
                </a:lnTo>
                <a:lnTo>
                  <a:pt x="326870" y="2750941"/>
                </a:lnTo>
                <a:lnTo>
                  <a:pt x="325929" y="2623814"/>
                </a:lnTo>
                <a:lnTo>
                  <a:pt x="324047" y="2494871"/>
                </a:lnTo>
                <a:lnTo>
                  <a:pt x="322322" y="2365928"/>
                </a:lnTo>
                <a:lnTo>
                  <a:pt x="318558" y="2235169"/>
                </a:lnTo>
                <a:lnTo>
                  <a:pt x="314638" y="2103199"/>
                </a:lnTo>
                <a:lnTo>
                  <a:pt x="310090" y="1971229"/>
                </a:lnTo>
                <a:lnTo>
                  <a:pt x="303660" y="1838048"/>
                </a:lnTo>
                <a:lnTo>
                  <a:pt x="295976" y="1703656"/>
                </a:lnTo>
                <a:lnTo>
                  <a:pt x="288606" y="1568660"/>
                </a:lnTo>
                <a:lnTo>
                  <a:pt x="279197" y="1433663"/>
                </a:lnTo>
                <a:lnTo>
                  <a:pt x="267906" y="1296850"/>
                </a:lnTo>
                <a:lnTo>
                  <a:pt x="256615" y="1161853"/>
                </a:lnTo>
                <a:lnTo>
                  <a:pt x="243598" y="1024435"/>
                </a:lnTo>
                <a:lnTo>
                  <a:pt x="229328" y="886411"/>
                </a:lnTo>
                <a:lnTo>
                  <a:pt x="214273" y="750203"/>
                </a:lnTo>
                <a:lnTo>
                  <a:pt x="196709" y="612180"/>
                </a:lnTo>
                <a:lnTo>
                  <a:pt x="177891" y="474761"/>
                </a:lnTo>
                <a:lnTo>
                  <a:pt x="159229" y="336738"/>
                </a:lnTo>
                <a:lnTo>
                  <a:pt x="137432" y="199320"/>
                </a:lnTo>
                <a:lnTo>
                  <a:pt x="115163" y="625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0" name="Rectangle 4109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112" name="Oval 4111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4114" name="Oval 4113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2" y="2046540"/>
            <a:ext cx="4554582" cy="381174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 &amp; Conquer: 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each picked one part of the reversal pipeline (NOT, XOR, reverse, chr) like taking turns with LEGO bricks.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in Mini-Batches: 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running the whole script, we tried a handful of numbers to see if our logic made sense.</a:t>
            </a:r>
          </a:p>
          <a:p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 &amp; Check: 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someone got a small win, we high-fived and merged it back into the main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5AA5E4-53B6-244A-D9FA-6AE2F169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sz="2500" b="1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STUMBLING BLOCKS &amp; HOW WE JUMPED OVER THEM</a:t>
            </a:r>
            <a:endParaRPr lang="en-MY" sz="2500" b="1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graphicFrame>
        <p:nvGraphicFramePr>
          <p:cNvPr id="27" name="Rectangle 1">
            <a:extLst>
              <a:ext uri="{FF2B5EF4-FFF2-40B4-BE49-F238E27FC236}">
                <a16:creationId xmlns:a16="http://schemas.microsoft.com/office/drawing/2014/main" id="{51E8414A-F8E7-A54D-CCE5-7F0F51F8D1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4142353"/>
              </p:ext>
            </p:extLst>
          </p:nvPr>
        </p:nvGraphicFramePr>
        <p:xfrm>
          <a:off x="4009466" y="1184901"/>
          <a:ext cx="505587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2151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000C36E-AAFD-4188-BB55-FAE4A8272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CB6D4A-4ADE-4BAF-BB67-7E9E8AB2C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257282" y="402165"/>
            <a:ext cx="5053994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65753A-F15B-43F6-B811-03D54342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96398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219AED55-7F29-4A42-9B4E-43EA0551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4353991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3394EDF3-F539-40F8-9354-FE0288582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2627342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236E71-242B-4CE7-96BC-B66F91F9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364136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683A5930-ABB0-4C7A-8E96-AB945DFB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6016E-9844-8F05-F70B-0CF3E4D8B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3429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What We Learned &amp; Why It Was Fun</a:t>
            </a:r>
            <a:endParaRPr lang="en-MY">
              <a:solidFill>
                <a:srgbClr val="EBEBEB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51D9F-DA72-49DE-9183-76B062B3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475D31B5-1393-37D7-AB6C-B3A73D659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7105"/>
              </p:ext>
            </p:extLst>
          </p:nvPr>
        </p:nvGraphicFramePr>
        <p:xfrm>
          <a:off x="723680" y="973667"/>
          <a:ext cx="4587596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5332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" name="Rectangle 7187">
            <a:extLst>
              <a:ext uri="{FF2B5EF4-FFF2-40B4-BE49-F238E27FC236}">
                <a16:creationId xmlns:a16="http://schemas.microsoft.com/office/drawing/2014/main" id="{789FE3FA-A44C-4C6B-9291-3D7327AF8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 useBgFill="1">
        <p:nvSpPr>
          <p:cNvPr id="7189" name="Rectangle 7188">
            <a:extLst>
              <a:ext uri="{FF2B5EF4-FFF2-40B4-BE49-F238E27FC236}">
                <a16:creationId xmlns:a16="http://schemas.microsoft.com/office/drawing/2014/main" id="{CD657031-5EFF-4D43-BC81-3D83214E6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23,000+ Questions Mark Stock Photos, Pictures &amp; Royalty-Free Images -  iStock | Questions mark icon">
            <a:extLst>
              <a:ext uri="{FF2B5EF4-FFF2-40B4-BE49-F238E27FC236}">
                <a16:creationId xmlns:a16="http://schemas.microsoft.com/office/drawing/2014/main" id="{443D5E1B-C93F-C080-7688-7A263C813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240834">
            <a:off x="5742984" y="1881189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Q&amp;A Images – Browse 223,277 Stock Photos, Vectors, and Video | Adobe Stock">
            <a:extLst>
              <a:ext uri="{FF2B5EF4-FFF2-40B4-BE49-F238E27FC236}">
                <a16:creationId xmlns:a16="http://schemas.microsoft.com/office/drawing/2014/main" id="{945CC385-BD44-6E88-CCCD-26CBF0564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0843166">
            <a:off x="719908" y="1458515"/>
            <a:ext cx="4745498" cy="3321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w to Say 'Thank You' in Business | Proposify">
            <a:extLst>
              <a:ext uri="{FF2B5EF4-FFF2-40B4-BE49-F238E27FC236}">
                <a16:creationId xmlns:a16="http://schemas.microsoft.com/office/drawing/2014/main" id="{FE691260-08E4-DDC3-AC50-DC12AA0E03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9318" cy="693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01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BC6AA60E64CD4C95A68C58FC3E3C0C" ma:contentTypeVersion="15" ma:contentTypeDescription="Create a new document." ma:contentTypeScope="" ma:versionID="a3b0767807ac8aa8572571a711a8507b">
  <xsd:schema xmlns:xsd="http://www.w3.org/2001/XMLSchema" xmlns:xs="http://www.w3.org/2001/XMLSchema" xmlns:p="http://schemas.microsoft.com/office/2006/metadata/properties" xmlns:ns3="c1e1fe20-dce3-4a7d-bbd4-d461e7728e74" xmlns:ns4="646c30b2-0150-41d1-b9c8-466c1d2a1fd4" targetNamespace="http://schemas.microsoft.com/office/2006/metadata/properties" ma:root="true" ma:fieldsID="a7915f8e2655103fe638e73ffb9f6140" ns3:_="" ns4:_="">
    <xsd:import namespace="c1e1fe20-dce3-4a7d-bbd4-d461e7728e74"/>
    <xsd:import namespace="646c30b2-0150-41d1-b9c8-466c1d2a1fd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e1fe20-dce3-4a7d-bbd4-d461e7728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c30b2-0150-41d1-b9c8-466c1d2a1fd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e1fe20-dce3-4a7d-bbd4-d461e7728e74" xsi:nil="true"/>
  </documentManagement>
</p:properties>
</file>

<file path=customXml/itemProps1.xml><?xml version="1.0" encoding="utf-8"?>
<ds:datastoreItem xmlns:ds="http://schemas.openxmlformats.org/officeDocument/2006/customXml" ds:itemID="{6B13F01B-B292-474B-9DAA-3524B89148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037E20-E5C6-4CFF-A16E-147CF7CB17D1}">
  <ds:schemaRefs>
    <ds:schemaRef ds:uri="646c30b2-0150-41d1-b9c8-466c1d2a1fd4"/>
    <ds:schemaRef ds:uri="c1e1fe20-dce3-4a7d-bbd4-d461e7728e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1AAE6F2-B98D-4775-BA42-7A838FB26183}">
  <ds:schemaRefs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646c30b2-0150-41d1-b9c8-466c1d2a1f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1e1fe20-dce3-4a7d-bbd4-d461e7728e74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1105</Words>
  <Application>Microsoft Office PowerPoint</Application>
  <PresentationFormat>On-screen Show (4:3)</PresentationFormat>
  <Paragraphs>135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Century Gothic</vt:lpstr>
      <vt:lpstr>Menlo</vt:lpstr>
      <vt:lpstr>Times New Roman</vt:lpstr>
      <vt:lpstr>Wingdings 3</vt:lpstr>
      <vt:lpstr>Ion Boardroom</vt:lpstr>
      <vt:lpstr>GROUP PRESENTATION (DUTCH LADY) CT126-3-2-CTF-PRACTICAL IERAE CTF 2025   </vt:lpstr>
      <vt:lpstr>GROUP MEMBERS &amp; CONTRIBUTIONS</vt:lpstr>
      <vt:lpstr>GROUP PHOTO</vt:lpstr>
      <vt:lpstr>GROUP PHOTO</vt:lpstr>
      <vt:lpstr>GROUP PHOTO</vt:lpstr>
      <vt:lpstr>Introduction to the Challenge</vt:lpstr>
      <vt:lpstr>CHALLENGE CATEGORY &amp; WHY WE CHOSE IT</vt:lpstr>
      <vt:lpstr>INITIAL SETUP</vt:lpstr>
      <vt:lpstr>SHOWS THE CONTENT OF “CHAL.PY”</vt:lpstr>
      <vt:lpstr>BRIEF EXPLANATION FOR CHAL.PY </vt:lpstr>
      <vt:lpstr>TRANSFORMATION DEEP DIVE</vt:lpstr>
      <vt:lpstr>REVERSAL STRATEGY</vt:lpstr>
      <vt:lpstr>SOLUTION SCRIPT (SOLVE.PY)</vt:lpstr>
      <vt:lpstr>BRIEF EXPLANATION FOR SOLVE.PY</vt:lpstr>
      <vt:lpstr>EXPECTED OUTPUT</vt:lpstr>
      <vt:lpstr>COMPLETION OF THE CHALLENGE</vt:lpstr>
      <vt:lpstr>SKILLS EVALUATION &amp; COLLABORATION</vt:lpstr>
      <vt:lpstr>OUR FIRST LOOK AT THE PUZZLE</vt:lpstr>
      <vt:lpstr>SOLVING IT ONE LITTLE STEP AT A TIME</vt:lpstr>
      <vt:lpstr>STUMBLING BLOCKS &amp; HOW WE JUMPED OVER THEM</vt:lpstr>
      <vt:lpstr>What We Learned &amp; Why It Was Fun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 JJ</dc:creator>
  <cp:keywords/>
  <dc:description>generated using python-pptx</dc:description>
  <cp:lastModifiedBy>ADAM JEROME JOSEPH</cp:lastModifiedBy>
  <cp:revision>1</cp:revision>
  <dcterms:created xsi:type="dcterms:W3CDTF">2013-01-27T09:14:16Z</dcterms:created>
  <dcterms:modified xsi:type="dcterms:W3CDTF">2025-07-07T15:58:02Z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0x0101009ABC6AA60E64CD4C95A68C58FC3E3C0C</vt:lpwstr>
  </property>
</Properties>
</file>